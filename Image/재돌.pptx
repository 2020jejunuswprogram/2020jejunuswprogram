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F0"/>
    <a:srgbClr val="883524"/>
    <a:srgbClr val="481C0C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37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53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39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8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52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32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74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286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65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53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3398F-2A44-4EB7-A41C-21F5C8D5FC00}" type="datetimeFigureOut">
              <a:rPr lang="ko-KR" altLang="en-US" smtClean="0"/>
              <a:t>2020-11-28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4C0DA-C888-4569-9B99-260F333D72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132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그룹 237"/>
          <p:cNvGrpSpPr/>
          <p:nvPr/>
        </p:nvGrpSpPr>
        <p:grpSpPr>
          <a:xfrm>
            <a:off x="702236" y="604786"/>
            <a:ext cx="4055428" cy="3984470"/>
            <a:chOff x="702236" y="604786"/>
            <a:chExt cx="4055428" cy="3984470"/>
          </a:xfrm>
        </p:grpSpPr>
        <p:grpSp>
          <p:nvGrpSpPr>
            <p:cNvPr id="235" name="그룹 234"/>
            <p:cNvGrpSpPr/>
            <p:nvPr/>
          </p:nvGrpSpPr>
          <p:grpSpPr>
            <a:xfrm rot="19792363">
              <a:off x="1915820" y="2971510"/>
              <a:ext cx="981178" cy="1617746"/>
              <a:chOff x="3088666" y="4035735"/>
              <a:chExt cx="981178" cy="1617746"/>
            </a:xfrm>
          </p:grpSpPr>
          <p:sp>
            <p:nvSpPr>
              <p:cNvPr id="2" name="자유형 1"/>
              <p:cNvSpPr/>
              <p:nvPr/>
            </p:nvSpPr>
            <p:spPr>
              <a:xfrm>
                <a:off x="3259139" y="4079205"/>
                <a:ext cx="810705" cy="1574276"/>
              </a:xfrm>
              <a:custGeom>
                <a:avLst/>
                <a:gdLst>
                  <a:gd name="connsiteX0" fmla="*/ 0 w 810705"/>
                  <a:gd name="connsiteY0" fmla="*/ 0 h 1574276"/>
                  <a:gd name="connsiteX1" fmla="*/ 311084 w 810705"/>
                  <a:gd name="connsiteY1" fmla="*/ 9427 h 1574276"/>
                  <a:gd name="connsiteX2" fmla="*/ 358218 w 810705"/>
                  <a:gd name="connsiteY2" fmla="*/ 18854 h 1574276"/>
                  <a:gd name="connsiteX3" fmla="*/ 386499 w 810705"/>
                  <a:gd name="connsiteY3" fmla="*/ 37707 h 1574276"/>
                  <a:gd name="connsiteX4" fmla="*/ 424206 w 810705"/>
                  <a:gd name="connsiteY4" fmla="*/ 56561 h 1574276"/>
                  <a:gd name="connsiteX5" fmla="*/ 471340 w 810705"/>
                  <a:gd name="connsiteY5" fmla="*/ 84841 h 1574276"/>
                  <a:gd name="connsiteX6" fmla="*/ 509047 w 810705"/>
                  <a:gd name="connsiteY6" fmla="*/ 103695 h 1574276"/>
                  <a:gd name="connsiteX7" fmla="*/ 622169 w 810705"/>
                  <a:gd name="connsiteY7" fmla="*/ 188536 h 1574276"/>
                  <a:gd name="connsiteX8" fmla="*/ 631596 w 810705"/>
                  <a:gd name="connsiteY8" fmla="*/ 245097 h 1574276"/>
                  <a:gd name="connsiteX9" fmla="*/ 669303 w 810705"/>
                  <a:gd name="connsiteY9" fmla="*/ 367645 h 1574276"/>
                  <a:gd name="connsiteX10" fmla="*/ 659876 w 810705"/>
                  <a:gd name="connsiteY10" fmla="*/ 744718 h 1574276"/>
                  <a:gd name="connsiteX11" fmla="*/ 641022 w 810705"/>
                  <a:gd name="connsiteY11" fmla="*/ 791852 h 1574276"/>
                  <a:gd name="connsiteX12" fmla="*/ 612742 w 810705"/>
                  <a:gd name="connsiteY12" fmla="*/ 933254 h 1574276"/>
                  <a:gd name="connsiteX13" fmla="*/ 593888 w 810705"/>
                  <a:gd name="connsiteY13" fmla="*/ 1027522 h 1574276"/>
                  <a:gd name="connsiteX14" fmla="*/ 575035 w 810705"/>
                  <a:gd name="connsiteY14" fmla="*/ 1055802 h 1574276"/>
                  <a:gd name="connsiteX15" fmla="*/ 556181 w 810705"/>
                  <a:gd name="connsiteY15" fmla="*/ 1093509 h 1574276"/>
                  <a:gd name="connsiteX16" fmla="*/ 527901 w 810705"/>
                  <a:gd name="connsiteY16" fmla="*/ 1121790 h 1574276"/>
                  <a:gd name="connsiteX17" fmla="*/ 537328 w 810705"/>
                  <a:gd name="connsiteY17" fmla="*/ 1385740 h 1574276"/>
                  <a:gd name="connsiteX18" fmla="*/ 575035 w 810705"/>
                  <a:gd name="connsiteY18" fmla="*/ 1442301 h 1574276"/>
                  <a:gd name="connsiteX19" fmla="*/ 650449 w 810705"/>
                  <a:gd name="connsiteY19" fmla="*/ 1489435 h 1574276"/>
                  <a:gd name="connsiteX20" fmla="*/ 735290 w 810705"/>
                  <a:gd name="connsiteY20" fmla="*/ 1536569 h 1574276"/>
                  <a:gd name="connsiteX21" fmla="*/ 772998 w 810705"/>
                  <a:gd name="connsiteY21" fmla="*/ 1545996 h 1574276"/>
                  <a:gd name="connsiteX22" fmla="*/ 810705 w 810705"/>
                  <a:gd name="connsiteY22" fmla="*/ 1574276 h 157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10705" h="1574276">
                    <a:moveTo>
                      <a:pt x="0" y="0"/>
                    </a:moveTo>
                    <a:cubicBezTo>
                      <a:pt x="103695" y="3142"/>
                      <a:pt x="207485" y="3974"/>
                      <a:pt x="311084" y="9427"/>
                    </a:cubicBezTo>
                    <a:cubicBezTo>
                      <a:pt x="327084" y="10269"/>
                      <a:pt x="343216" y="13228"/>
                      <a:pt x="358218" y="18854"/>
                    </a:cubicBezTo>
                    <a:cubicBezTo>
                      <a:pt x="368826" y="22832"/>
                      <a:pt x="376662" y="32086"/>
                      <a:pt x="386499" y="37707"/>
                    </a:cubicBezTo>
                    <a:cubicBezTo>
                      <a:pt x="398700" y="44679"/>
                      <a:pt x="411922" y="49736"/>
                      <a:pt x="424206" y="56561"/>
                    </a:cubicBezTo>
                    <a:cubicBezTo>
                      <a:pt x="440223" y="65459"/>
                      <a:pt x="455323" y="75943"/>
                      <a:pt x="471340" y="84841"/>
                    </a:cubicBezTo>
                    <a:cubicBezTo>
                      <a:pt x="483624" y="91666"/>
                      <a:pt x="498251" y="94699"/>
                      <a:pt x="509047" y="103695"/>
                    </a:cubicBezTo>
                    <a:cubicBezTo>
                      <a:pt x="617787" y="194311"/>
                      <a:pt x="541167" y="168285"/>
                      <a:pt x="622169" y="188536"/>
                    </a:cubicBezTo>
                    <a:cubicBezTo>
                      <a:pt x="625311" y="207390"/>
                      <a:pt x="626345" y="226719"/>
                      <a:pt x="631596" y="245097"/>
                    </a:cubicBezTo>
                    <a:cubicBezTo>
                      <a:pt x="684340" y="429701"/>
                      <a:pt x="643368" y="237974"/>
                      <a:pt x="669303" y="367645"/>
                    </a:cubicBezTo>
                    <a:cubicBezTo>
                      <a:pt x="666161" y="493336"/>
                      <a:pt x="668240" y="619266"/>
                      <a:pt x="659876" y="744718"/>
                    </a:cubicBezTo>
                    <a:cubicBezTo>
                      <a:pt x="658750" y="761602"/>
                      <a:pt x="644140" y="775220"/>
                      <a:pt x="641022" y="791852"/>
                    </a:cubicBezTo>
                    <a:cubicBezTo>
                      <a:pt x="612135" y="945919"/>
                      <a:pt x="654482" y="849775"/>
                      <a:pt x="612742" y="933254"/>
                    </a:cubicBezTo>
                    <a:cubicBezTo>
                      <a:pt x="606457" y="964677"/>
                      <a:pt x="611663" y="1000859"/>
                      <a:pt x="593888" y="1027522"/>
                    </a:cubicBezTo>
                    <a:cubicBezTo>
                      <a:pt x="587604" y="1036949"/>
                      <a:pt x="580656" y="1045965"/>
                      <a:pt x="575035" y="1055802"/>
                    </a:cubicBezTo>
                    <a:cubicBezTo>
                      <a:pt x="568063" y="1068003"/>
                      <a:pt x="564349" y="1082074"/>
                      <a:pt x="556181" y="1093509"/>
                    </a:cubicBezTo>
                    <a:cubicBezTo>
                      <a:pt x="548432" y="1104357"/>
                      <a:pt x="537328" y="1112363"/>
                      <a:pt x="527901" y="1121790"/>
                    </a:cubicBezTo>
                    <a:cubicBezTo>
                      <a:pt x="531043" y="1209773"/>
                      <a:pt x="524519" y="1298637"/>
                      <a:pt x="537328" y="1385740"/>
                    </a:cubicBezTo>
                    <a:cubicBezTo>
                      <a:pt x="540625" y="1408158"/>
                      <a:pt x="556908" y="1428705"/>
                      <a:pt x="575035" y="1442301"/>
                    </a:cubicBezTo>
                    <a:cubicBezTo>
                      <a:pt x="640521" y="1491417"/>
                      <a:pt x="583898" y="1452462"/>
                      <a:pt x="650449" y="1489435"/>
                    </a:cubicBezTo>
                    <a:cubicBezTo>
                      <a:pt x="675378" y="1503285"/>
                      <a:pt x="707466" y="1526135"/>
                      <a:pt x="735290" y="1536569"/>
                    </a:cubicBezTo>
                    <a:cubicBezTo>
                      <a:pt x="747421" y="1541118"/>
                      <a:pt x="760429" y="1542854"/>
                      <a:pt x="772998" y="1545996"/>
                    </a:cubicBezTo>
                    <a:cubicBezTo>
                      <a:pt x="804975" y="1567315"/>
                      <a:pt x="793266" y="1556839"/>
                      <a:pt x="810705" y="1574276"/>
                    </a:cubicBezTo>
                  </a:path>
                </a:pathLst>
              </a:custGeom>
              <a:noFill/>
              <a:ln w="1428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타원 25"/>
              <p:cNvSpPr/>
              <p:nvPr/>
            </p:nvSpPr>
            <p:spPr>
              <a:xfrm>
                <a:off x="3088666" y="4035735"/>
                <a:ext cx="340119" cy="1445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53" name="그룹 252"/>
              <p:cNvGrpSpPr/>
              <p:nvPr/>
            </p:nvGrpSpPr>
            <p:grpSpPr>
              <a:xfrm rot="3861150">
                <a:off x="3743017" y="5449610"/>
                <a:ext cx="164821" cy="140482"/>
                <a:chOff x="2422689" y="895546"/>
                <a:chExt cx="641022" cy="641022"/>
              </a:xfrm>
            </p:grpSpPr>
            <p:sp>
              <p:nvSpPr>
                <p:cNvPr id="281" name="타원 280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1" name="타원 37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2" name="그룹 371"/>
              <p:cNvGrpSpPr/>
              <p:nvPr/>
            </p:nvGrpSpPr>
            <p:grpSpPr>
              <a:xfrm rot="9261150">
                <a:off x="3812520" y="5033701"/>
                <a:ext cx="153275" cy="130641"/>
                <a:chOff x="2422689" y="895546"/>
                <a:chExt cx="641022" cy="641022"/>
              </a:xfrm>
            </p:grpSpPr>
            <p:sp>
              <p:nvSpPr>
                <p:cNvPr id="373" name="타원 372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4" name="타원 373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5" name="그룹 374"/>
              <p:cNvGrpSpPr/>
              <p:nvPr/>
            </p:nvGrpSpPr>
            <p:grpSpPr>
              <a:xfrm rot="3861150">
                <a:off x="3856841" y="4626069"/>
                <a:ext cx="139161" cy="118611"/>
                <a:chOff x="2422689" y="895546"/>
                <a:chExt cx="641022" cy="641022"/>
              </a:xfrm>
            </p:grpSpPr>
            <p:sp>
              <p:nvSpPr>
                <p:cNvPr id="376" name="타원 37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7" name="타원 37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8" name="그룹 377"/>
              <p:cNvGrpSpPr/>
              <p:nvPr/>
            </p:nvGrpSpPr>
            <p:grpSpPr>
              <a:xfrm rot="3861150">
                <a:off x="3323223" y="4048822"/>
                <a:ext cx="128450" cy="109482"/>
                <a:chOff x="2422689" y="895546"/>
                <a:chExt cx="641022" cy="641022"/>
              </a:xfrm>
            </p:grpSpPr>
            <p:sp>
              <p:nvSpPr>
                <p:cNvPr id="379" name="타원 378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0" name="타원 379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81" name="그룹 380"/>
              <p:cNvGrpSpPr/>
              <p:nvPr/>
            </p:nvGrpSpPr>
            <p:grpSpPr>
              <a:xfrm rot="1595295">
                <a:off x="3607797" y="4067663"/>
                <a:ext cx="91152" cy="111314"/>
                <a:chOff x="2422689" y="895546"/>
                <a:chExt cx="641022" cy="641022"/>
              </a:xfrm>
            </p:grpSpPr>
            <p:sp>
              <p:nvSpPr>
                <p:cNvPr id="382" name="타원 38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3" name="타원 38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84" name="그룹 383"/>
              <p:cNvGrpSpPr/>
              <p:nvPr/>
            </p:nvGrpSpPr>
            <p:grpSpPr>
              <a:xfrm rot="1595295">
                <a:off x="3827693" y="4258777"/>
                <a:ext cx="91152" cy="111314"/>
                <a:chOff x="2422689" y="895546"/>
                <a:chExt cx="641022" cy="641022"/>
              </a:xfrm>
            </p:grpSpPr>
            <p:sp>
              <p:nvSpPr>
                <p:cNvPr id="385" name="타원 384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6" name="타원 385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236" name="그룹 235"/>
            <p:cNvGrpSpPr/>
            <p:nvPr/>
          </p:nvGrpSpPr>
          <p:grpSpPr>
            <a:xfrm>
              <a:off x="702236" y="604786"/>
              <a:ext cx="4055428" cy="3753874"/>
              <a:chOff x="702236" y="604786"/>
              <a:chExt cx="4055428" cy="3753874"/>
            </a:xfrm>
          </p:grpSpPr>
          <p:sp>
            <p:nvSpPr>
              <p:cNvPr id="99" name="TextBox 98"/>
              <p:cNvSpPr txBox="1"/>
              <p:nvPr/>
            </p:nvSpPr>
            <p:spPr>
              <a:xfrm>
                <a:off x="2184995" y="2305021"/>
                <a:ext cx="551010" cy="617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>
                    <a:solidFill>
                      <a:schemeClr val="bg1"/>
                    </a:solidFill>
                    <a:latin typeface="휴먼옛체" panose="02030504000101010101" pitchFamily="18" charset="-127"/>
                    <a:ea typeface="휴먼옛체" panose="02030504000101010101" pitchFamily="18" charset="-127"/>
                  </a:rPr>
                  <a:t>大起</a:t>
                </a:r>
              </a:p>
            </p:txBody>
          </p:sp>
          <p:grpSp>
            <p:nvGrpSpPr>
              <p:cNvPr id="190" name="그룹 189"/>
              <p:cNvGrpSpPr/>
              <p:nvPr/>
            </p:nvGrpSpPr>
            <p:grpSpPr>
              <a:xfrm>
                <a:off x="2247738" y="2123093"/>
                <a:ext cx="2509926" cy="1127816"/>
                <a:chOff x="2668447" y="2340426"/>
                <a:chExt cx="3008721" cy="1351946"/>
              </a:xfrm>
            </p:grpSpPr>
            <p:sp>
              <p:nvSpPr>
                <p:cNvPr id="178" name="직사각형 177"/>
                <p:cNvSpPr/>
                <p:nvPr/>
              </p:nvSpPr>
              <p:spPr>
                <a:xfrm rot="3305191" flipH="1">
                  <a:off x="4129514" y="2012844"/>
                  <a:ext cx="86587" cy="3008721"/>
                </a:xfrm>
                <a:prstGeom prst="rect">
                  <a:avLst/>
                </a:prstGeom>
                <a:solidFill>
                  <a:srgbClr val="8835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9" name="직사각형 178"/>
                <p:cNvSpPr/>
                <p:nvPr/>
              </p:nvSpPr>
              <p:spPr>
                <a:xfrm rot="21383167">
                  <a:off x="4509871" y="2565756"/>
                  <a:ext cx="89211" cy="697448"/>
                </a:xfrm>
                <a:prstGeom prst="rect">
                  <a:avLst/>
                </a:prstGeom>
                <a:solidFill>
                  <a:srgbClr val="88352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0" name="눈물 방울 179"/>
                <p:cNvSpPr/>
                <p:nvPr/>
              </p:nvSpPr>
              <p:spPr>
                <a:xfrm rot="20484477">
                  <a:off x="4345077" y="2340426"/>
                  <a:ext cx="328639" cy="328639"/>
                </a:xfrm>
                <a:prstGeom prst="teardrop">
                  <a:avLst>
                    <a:gd name="adj" fmla="val 143425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1" name="눈물 방울 180"/>
                <p:cNvSpPr/>
                <p:nvPr/>
              </p:nvSpPr>
              <p:spPr>
                <a:xfrm rot="3895290">
                  <a:off x="4272066" y="3375111"/>
                  <a:ext cx="319286" cy="315235"/>
                </a:xfrm>
                <a:prstGeom prst="teardrop">
                  <a:avLst>
                    <a:gd name="adj" fmla="val 200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89" name="그룹 188"/>
                <p:cNvGrpSpPr/>
                <p:nvPr/>
              </p:nvGrpSpPr>
              <p:grpSpPr>
                <a:xfrm rot="478139">
                  <a:off x="5057970" y="2411265"/>
                  <a:ext cx="494743" cy="509475"/>
                  <a:chOff x="3250625" y="461892"/>
                  <a:chExt cx="2116134" cy="2170231"/>
                </a:xfrm>
              </p:grpSpPr>
              <p:sp>
                <p:nvSpPr>
                  <p:cNvPr id="183" name="눈물 방울 182"/>
                  <p:cNvSpPr/>
                  <p:nvPr/>
                </p:nvSpPr>
                <p:spPr>
                  <a:xfrm rot="6173896">
                    <a:off x="4240804" y="1586171"/>
                    <a:ext cx="1038909" cy="1025728"/>
                  </a:xfrm>
                  <a:prstGeom prst="teardrop">
                    <a:avLst>
                      <a:gd name="adj" fmla="val 200000"/>
                    </a:avLst>
                  </a:prstGeom>
                  <a:solidFill>
                    <a:srgbClr val="FF93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5" name="눈물 방울 184"/>
                  <p:cNvSpPr/>
                  <p:nvPr/>
                </p:nvSpPr>
                <p:spPr>
                  <a:xfrm rot="9314387">
                    <a:off x="3593294" y="1606395"/>
                    <a:ext cx="1038909" cy="1025728"/>
                  </a:xfrm>
                  <a:prstGeom prst="teardrop">
                    <a:avLst>
                      <a:gd name="adj" fmla="val 200000"/>
                    </a:avLst>
                  </a:prstGeom>
                  <a:solidFill>
                    <a:srgbClr val="FF93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6" name="눈물 방울 185"/>
                  <p:cNvSpPr/>
                  <p:nvPr/>
                </p:nvSpPr>
                <p:spPr>
                  <a:xfrm rot="14365618">
                    <a:off x="3244034" y="902874"/>
                    <a:ext cx="1038909" cy="1025728"/>
                  </a:xfrm>
                  <a:prstGeom prst="teardrop">
                    <a:avLst>
                      <a:gd name="adj" fmla="val 200000"/>
                    </a:avLst>
                  </a:prstGeom>
                  <a:solidFill>
                    <a:srgbClr val="FF93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7" name="눈물 방울 186"/>
                  <p:cNvSpPr/>
                  <p:nvPr/>
                </p:nvSpPr>
                <p:spPr>
                  <a:xfrm rot="18789350">
                    <a:off x="3886812" y="468483"/>
                    <a:ext cx="1038909" cy="1025728"/>
                  </a:xfrm>
                  <a:prstGeom prst="teardrop">
                    <a:avLst>
                      <a:gd name="adj" fmla="val 200000"/>
                    </a:avLst>
                  </a:prstGeom>
                  <a:solidFill>
                    <a:srgbClr val="FF93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88" name="눈물 방울 187"/>
                  <p:cNvSpPr/>
                  <p:nvPr/>
                </p:nvSpPr>
                <p:spPr>
                  <a:xfrm rot="1659305">
                    <a:off x="4327850" y="820274"/>
                    <a:ext cx="1038909" cy="1025728"/>
                  </a:xfrm>
                  <a:prstGeom prst="teardrop">
                    <a:avLst>
                      <a:gd name="adj" fmla="val 200000"/>
                    </a:avLst>
                  </a:prstGeom>
                  <a:solidFill>
                    <a:srgbClr val="FF93F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82" name="타원 181"/>
                <p:cNvSpPr/>
                <p:nvPr/>
              </p:nvSpPr>
              <p:spPr>
                <a:xfrm>
                  <a:off x="5281112" y="2626127"/>
                  <a:ext cx="168397" cy="16839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8" name="직사각형 47"/>
              <p:cNvSpPr/>
              <p:nvPr/>
            </p:nvSpPr>
            <p:spPr>
              <a:xfrm>
                <a:off x="1599237" y="1611784"/>
                <a:ext cx="793757" cy="444583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타원 3"/>
              <p:cNvSpPr/>
              <p:nvPr/>
            </p:nvSpPr>
            <p:spPr>
              <a:xfrm>
                <a:off x="1357207" y="644171"/>
                <a:ext cx="1253408" cy="1266104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669161" y="1372902"/>
                <a:ext cx="629498" cy="53737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달 7"/>
              <p:cNvSpPr/>
              <p:nvPr/>
            </p:nvSpPr>
            <p:spPr>
              <a:xfrm rot="7549035">
                <a:off x="1578715" y="700447"/>
                <a:ext cx="447826" cy="642817"/>
              </a:xfrm>
              <a:prstGeom prst="mo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달 8"/>
              <p:cNvSpPr/>
              <p:nvPr/>
            </p:nvSpPr>
            <p:spPr>
              <a:xfrm rot="14050965" flipH="1">
                <a:off x="1964121" y="725007"/>
                <a:ext cx="447826" cy="642817"/>
              </a:xfrm>
              <a:prstGeom prst="mo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타원 5"/>
              <p:cNvSpPr/>
              <p:nvPr/>
            </p:nvSpPr>
            <p:spPr>
              <a:xfrm>
                <a:off x="1860469" y="1314660"/>
                <a:ext cx="260289" cy="218881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현 11"/>
              <p:cNvSpPr/>
              <p:nvPr/>
            </p:nvSpPr>
            <p:spPr>
              <a:xfrm flipV="1">
                <a:off x="1357207" y="645950"/>
                <a:ext cx="1254253" cy="1267342"/>
              </a:xfrm>
              <a:prstGeom prst="chord">
                <a:avLst>
                  <a:gd name="adj1" fmla="val 1607433"/>
                  <a:gd name="adj2" fmla="val 9026813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" name="그룹 14"/>
              <p:cNvGrpSpPr/>
              <p:nvPr/>
            </p:nvGrpSpPr>
            <p:grpSpPr>
              <a:xfrm rot="19496374">
                <a:off x="1925055" y="937665"/>
                <a:ext cx="165212" cy="201755"/>
                <a:chOff x="2422689" y="895546"/>
                <a:chExt cx="641022" cy="641022"/>
              </a:xfrm>
            </p:grpSpPr>
            <p:sp>
              <p:nvSpPr>
                <p:cNvPr id="13" name="타원 12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" name="타원 13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6" name="그룹 15"/>
              <p:cNvGrpSpPr/>
              <p:nvPr/>
            </p:nvGrpSpPr>
            <p:grpSpPr>
              <a:xfrm rot="3861150">
                <a:off x="2186252" y="772535"/>
                <a:ext cx="164821" cy="140482"/>
                <a:chOff x="2422689" y="895546"/>
                <a:chExt cx="641022" cy="641022"/>
              </a:xfrm>
            </p:grpSpPr>
            <p:sp>
              <p:nvSpPr>
                <p:cNvPr id="17" name="타원 16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타원 17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" name="그룹 18"/>
              <p:cNvGrpSpPr/>
              <p:nvPr/>
            </p:nvGrpSpPr>
            <p:grpSpPr>
              <a:xfrm rot="17431044">
                <a:off x="1621261" y="775496"/>
                <a:ext cx="189467" cy="168085"/>
                <a:chOff x="2422689" y="895546"/>
                <a:chExt cx="641022" cy="641022"/>
              </a:xfrm>
            </p:grpSpPr>
            <p:sp>
              <p:nvSpPr>
                <p:cNvPr id="20" name="타원 19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" name="타원 2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2" name="그룹 21"/>
              <p:cNvGrpSpPr/>
              <p:nvPr/>
            </p:nvGrpSpPr>
            <p:grpSpPr>
              <a:xfrm rot="1595295">
                <a:off x="1993954" y="702494"/>
                <a:ext cx="124665" cy="152239"/>
                <a:chOff x="2422689" y="895546"/>
                <a:chExt cx="641022" cy="641022"/>
              </a:xfrm>
            </p:grpSpPr>
            <p:sp>
              <p:nvSpPr>
                <p:cNvPr id="23" name="타원 22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" name="타원 23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" name="그룹 27"/>
              <p:cNvGrpSpPr/>
              <p:nvPr/>
            </p:nvGrpSpPr>
            <p:grpSpPr>
              <a:xfrm>
                <a:off x="1285435" y="606014"/>
                <a:ext cx="295470" cy="346662"/>
                <a:chOff x="3943158" y="1669938"/>
                <a:chExt cx="415554" cy="415554"/>
              </a:xfrm>
            </p:grpSpPr>
            <p:sp>
              <p:nvSpPr>
                <p:cNvPr id="25" name="타원 24"/>
                <p:cNvSpPr/>
                <p:nvPr/>
              </p:nvSpPr>
              <p:spPr>
                <a:xfrm>
                  <a:off x="3943158" y="1669938"/>
                  <a:ext cx="415554" cy="4155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" name="타원 26"/>
                <p:cNvSpPr/>
                <p:nvPr/>
              </p:nvSpPr>
              <p:spPr>
                <a:xfrm>
                  <a:off x="4064948" y="1773888"/>
                  <a:ext cx="279919" cy="279919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" name="그룹 28"/>
              <p:cNvGrpSpPr/>
              <p:nvPr/>
            </p:nvGrpSpPr>
            <p:grpSpPr>
              <a:xfrm flipH="1">
                <a:off x="2395324" y="604786"/>
                <a:ext cx="295470" cy="346662"/>
                <a:chOff x="3943158" y="1669938"/>
                <a:chExt cx="415554" cy="415554"/>
              </a:xfrm>
            </p:grpSpPr>
            <p:sp>
              <p:nvSpPr>
                <p:cNvPr id="30" name="타원 29"/>
                <p:cNvSpPr/>
                <p:nvPr/>
              </p:nvSpPr>
              <p:spPr>
                <a:xfrm>
                  <a:off x="3943158" y="1669938"/>
                  <a:ext cx="415554" cy="4155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타원 30"/>
                <p:cNvSpPr/>
                <p:nvPr/>
              </p:nvSpPr>
              <p:spPr>
                <a:xfrm>
                  <a:off x="4064948" y="1773888"/>
                  <a:ext cx="279919" cy="279919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6" name="그룹 35"/>
              <p:cNvGrpSpPr/>
              <p:nvPr/>
            </p:nvGrpSpPr>
            <p:grpSpPr>
              <a:xfrm>
                <a:off x="1542663" y="1134012"/>
                <a:ext cx="346662" cy="346662"/>
                <a:chOff x="4751130" y="3095434"/>
                <a:chExt cx="415554" cy="415554"/>
              </a:xfrm>
            </p:grpSpPr>
            <p:grpSp>
              <p:nvGrpSpPr>
                <p:cNvPr id="32" name="그룹 31"/>
                <p:cNvGrpSpPr/>
                <p:nvPr/>
              </p:nvGrpSpPr>
              <p:grpSpPr>
                <a:xfrm>
                  <a:off x="4751130" y="3095434"/>
                  <a:ext cx="415554" cy="415554"/>
                  <a:chOff x="3943158" y="1669938"/>
                  <a:chExt cx="415554" cy="415554"/>
                </a:xfrm>
              </p:grpSpPr>
              <p:sp>
                <p:nvSpPr>
                  <p:cNvPr id="33" name="타원 32"/>
                  <p:cNvSpPr/>
                  <p:nvPr/>
                </p:nvSpPr>
                <p:spPr>
                  <a:xfrm>
                    <a:off x="3943158" y="1669938"/>
                    <a:ext cx="415554" cy="41555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" name="타원 33"/>
                  <p:cNvSpPr/>
                  <p:nvPr/>
                </p:nvSpPr>
                <p:spPr>
                  <a:xfrm>
                    <a:off x="4010975" y="1737755"/>
                    <a:ext cx="279919" cy="2799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5" name="타원 34"/>
                <p:cNvSpPr/>
                <p:nvPr/>
              </p:nvSpPr>
              <p:spPr>
                <a:xfrm>
                  <a:off x="4998833" y="3315651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/>
              <p:cNvGrpSpPr/>
              <p:nvPr/>
            </p:nvGrpSpPr>
            <p:grpSpPr>
              <a:xfrm>
                <a:off x="2101098" y="1143181"/>
                <a:ext cx="346662" cy="346662"/>
                <a:chOff x="4751130" y="3095434"/>
                <a:chExt cx="415554" cy="415554"/>
              </a:xfrm>
            </p:grpSpPr>
            <p:grpSp>
              <p:nvGrpSpPr>
                <p:cNvPr id="38" name="그룹 37"/>
                <p:cNvGrpSpPr/>
                <p:nvPr/>
              </p:nvGrpSpPr>
              <p:grpSpPr>
                <a:xfrm>
                  <a:off x="4751130" y="3095434"/>
                  <a:ext cx="415554" cy="415554"/>
                  <a:chOff x="3943158" y="1669938"/>
                  <a:chExt cx="415554" cy="415554"/>
                </a:xfrm>
              </p:grpSpPr>
              <p:sp>
                <p:nvSpPr>
                  <p:cNvPr id="40" name="타원 39"/>
                  <p:cNvSpPr/>
                  <p:nvPr/>
                </p:nvSpPr>
                <p:spPr>
                  <a:xfrm>
                    <a:off x="3943158" y="1669938"/>
                    <a:ext cx="415554" cy="41555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1" name="타원 40"/>
                  <p:cNvSpPr/>
                  <p:nvPr/>
                </p:nvSpPr>
                <p:spPr>
                  <a:xfrm>
                    <a:off x="4010975" y="1737755"/>
                    <a:ext cx="279919" cy="2799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9" name="타원 38"/>
                <p:cNvSpPr/>
                <p:nvPr/>
              </p:nvSpPr>
              <p:spPr>
                <a:xfrm>
                  <a:off x="4998833" y="3315651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44" name="직선 연결선 43"/>
              <p:cNvCxnSpPr/>
              <p:nvPr/>
            </p:nvCxnSpPr>
            <p:spPr>
              <a:xfrm>
                <a:off x="1990613" y="1533541"/>
                <a:ext cx="0" cy="1080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직사각형 49"/>
              <p:cNvSpPr/>
              <p:nvPr/>
            </p:nvSpPr>
            <p:spPr>
              <a:xfrm rot="1330050">
                <a:off x="1470665" y="1987602"/>
                <a:ext cx="593957" cy="18714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 rot="20269950" flipH="1">
                <a:off x="1913401" y="1989728"/>
                <a:ext cx="593957" cy="18714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사다리꼴 51"/>
              <p:cNvSpPr/>
              <p:nvPr/>
            </p:nvSpPr>
            <p:spPr>
              <a:xfrm>
                <a:off x="1109845" y="2019116"/>
                <a:ext cx="1761536" cy="431997"/>
              </a:xfrm>
              <a:prstGeom prst="trapezoid">
                <a:avLst>
                  <a:gd name="adj" fmla="val 84375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/>
              <p:cNvSpPr/>
              <p:nvPr/>
            </p:nvSpPr>
            <p:spPr>
              <a:xfrm flipV="1">
                <a:off x="1936989" y="2012052"/>
                <a:ext cx="140988" cy="25773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사다리꼴 53"/>
              <p:cNvSpPr/>
              <p:nvPr/>
            </p:nvSpPr>
            <p:spPr>
              <a:xfrm rot="10800000">
                <a:off x="1117709" y="2451112"/>
                <a:ext cx="1741845" cy="764587"/>
              </a:xfrm>
              <a:prstGeom prst="trapezoid">
                <a:avLst/>
              </a:prstGeom>
              <a:solidFill>
                <a:srgbClr val="7C7C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6" name="직선 연결선 55"/>
              <p:cNvCxnSpPr>
                <a:endCxn id="54" idx="0"/>
              </p:cNvCxnSpPr>
              <p:nvPr/>
            </p:nvCxnSpPr>
            <p:spPr>
              <a:xfrm flipH="1">
                <a:off x="1988632" y="2140919"/>
                <a:ext cx="22925" cy="1074780"/>
              </a:xfrm>
              <a:prstGeom prst="line">
                <a:avLst/>
              </a:prstGeom>
              <a:ln w="381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타원 57"/>
              <p:cNvSpPr/>
              <p:nvPr/>
            </p:nvSpPr>
            <p:spPr>
              <a:xfrm>
                <a:off x="2077505" y="2350659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타원 58"/>
              <p:cNvSpPr/>
              <p:nvPr/>
            </p:nvSpPr>
            <p:spPr>
              <a:xfrm>
                <a:off x="2078262" y="2572507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타원 59"/>
              <p:cNvSpPr/>
              <p:nvPr/>
            </p:nvSpPr>
            <p:spPr>
              <a:xfrm>
                <a:off x="2073969" y="2794355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사다리꼴 62"/>
              <p:cNvSpPr/>
              <p:nvPr/>
            </p:nvSpPr>
            <p:spPr>
              <a:xfrm flipV="1">
                <a:off x="1297431" y="3215698"/>
                <a:ext cx="776538" cy="883185"/>
              </a:xfrm>
              <a:prstGeom prst="trapezoid">
                <a:avLst>
                  <a:gd name="adj" fmla="val 20335"/>
                </a:avLst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사다리꼴 64"/>
              <p:cNvSpPr/>
              <p:nvPr/>
            </p:nvSpPr>
            <p:spPr>
              <a:xfrm flipV="1">
                <a:off x="1935648" y="3215699"/>
                <a:ext cx="736648" cy="892316"/>
              </a:xfrm>
              <a:prstGeom prst="trapezoid">
                <a:avLst>
                  <a:gd name="adj" fmla="val 19761"/>
                </a:avLst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0" name="그룹 89"/>
              <p:cNvGrpSpPr/>
              <p:nvPr/>
            </p:nvGrpSpPr>
            <p:grpSpPr>
              <a:xfrm>
                <a:off x="702236" y="2431974"/>
                <a:ext cx="584425" cy="1035704"/>
                <a:chOff x="3483952" y="3066918"/>
                <a:chExt cx="700567" cy="1241528"/>
              </a:xfrm>
            </p:grpSpPr>
            <p:sp>
              <p:nvSpPr>
                <p:cNvPr id="74" name="직사각형 73"/>
                <p:cNvSpPr/>
                <p:nvPr/>
              </p:nvSpPr>
              <p:spPr>
                <a:xfrm rot="1603506">
                  <a:off x="3770568" y="3066918"/>
                  <a:ext cx="413951" cy="1000124"/>
                </a:xfrm>
                <a:prstGeom prst="rect">
                  <a:avLst/>
                </a:prstGeom>
                <a:solidFill>
                  <a:srgbClr val="7C7C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2" name="타원 71"/>
                <p:cNvSpPr/>
                <p:nvPr/>
              </p:nvSpPr>
              <p:spPr>
                <a:xfrm>
                  <a:off x="3501926" y="3860138"/>
                  <a:ext cx="448308" cy="44830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5" name="현 74"/>
                <p:cNvSpPr/>
                <p:nvPr/>
              </p:nvSpPr>
              <p:spPr>
                <a:xfrm rot="20663205" flipH="1" flipV="1">
                  <a:off x="3506482" y="3846492"/>
                  <a:ext cx="450000" cy="450000"/>
                </a:xfrm>
                <a:prstGeom prst="chord">
                  <a:avLst>
                    <a:gd name="adj1" fmla="val 2700000"/>
                    <a:gd name="adj2" fmla="val 14234573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77" name="직선 연결선 76"/>
                <p:cNvCxnSpPr/>
                <p:nvPr/>
              </p:nvCxnSpPr>
              <p:spPr>
                <a:xfrm flipH="1">
                  <a:off x="3483952" y="4061882"/>
                  <a:ext cx="149553" cy="22410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직선 연결선 77"/>
                <p:cNvCxnSpPr/>
                <p:nvPr/>
              </p:nvCxnSpPr>
              <p:spPr>
                <a:xfrm flipH="1">
                  <a:off x="3567795" y="4186688"/>
                  <a:ext cx="97410" cy="82073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직선 연결선 81"/>
                <p:cNvCxnSpPr/>
                <p:nvPr/>
              </p:nvCxnSpPr>
              <p:spPr>
                <a:xfrm>
                  <a:off x="3750667" y="4172603"/>
                  <a:ext cx="8884" cy="129855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그룹 90"/>
              <p:cNvGrpSpPr/>
              <p:nvPr/>
            </p:nvGrpSpPr>
            <p:grpSpPr>
              <a:xfrm flipH="1">
                <a:off x="2701508" y="2438732"/>
                <a:ext cx="584425" cy="1035704"/>
                <a:chOff x="3483952" y="3066918"/>
                <a:chExt cx="700567" cy="1241528"/>
              </a:xfrm>
            </p:grpSpPr>
            <p:sp>
              <p:nvSpPr>
                <p:cNvPr id="92" name="직사각형 91"/>
                <p:cNvSpPr/>
                <p:nvPr/>
              </p:nvSpPr>
              <p:spPr>
                <a:xfrm rot="1603506">
                  <a:off x="3770568" y="3066918"/>
                  <a:ext cx="413951" cy="1000124"/>
                </a:xfrm>
                <a:prstGeom prst="rect">
                  <a:avLst/>
                </a:prstGeom>
                <a:solidFill>
                  <a:srgbClr val="7C7C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3" name="타원 92"/>
                <p:cNvSpPr/>
                <p:nvPr/>
              </p:nvSpPr>
              <p:spPr>
                <a:xfrm>
                  <a:off x="3501926" y="3860138"/>
                  <a:ext cx="448308" cy="44830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4" name="현 93"/>
                <p:cNvSpPr/>
                <p:nvPr/>
              </p:nvSpPr>
              <p:spPr>
                <a:xfrm rot="20663205" flipH="1" flipV="1">
                  <a:off x="3506482" y="3846492"/>
                  <a:ext cx="450000" cy="450000"/>
                </a:xfrm>
                <a:prstGeom prst="chord">
                  <a:avLst>
                    <a:gd name="adj1" fmla="val 2700000"/>
                    <a:gd name="adj2" fmla="val 14234573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95" name="직선 연결선 94"/>
                <p:cNvCxnSpPr/>
                <p:nvPr/>
              </p:nvCxnSpPr>
              <p:spPr>
                <a:xfrm flipH="1">
                  <a:off x="3483952" y="4061882"/>
                  <a:ext cx="149553" cy="22410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직선 연결선 95"/>
                <p:cNvCxnSpPr/>
                <p:nvPr/>
              </p:nvCxnSpPr>
              <p:spPr>
                <a:xfrm flipH="1">
                  <a:off x="3567795" y="4186688"/>
                  <a:ext cx="97410" cy="82073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직선 연결선 96"/>
                <p:cNvCxnSpPr/>
                <p:nvPr/>
              </p:nvCxnSpPr>
              <p:spPr>
                <a:xfrm>
                  <a:off x="3750667" y="4172603"/>
                  <a:ext cx="8884" cy="129855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" name="그룹 175"/>
              <p:cNvGrpSpPr/>
              <p:nvPr/>
            </p:nvGrpSpPr>
            <p:grpSpPr>
              <a:xfrm rot="3861150">
                <a:off x="1679068" y="3772301"/>
                <a:ext cx="164821" cy="140482"/>
                <a:chOff x="2422689" y="895546"/>
                <a:chExt cx="641022" cy="641022"/>
              </a:xfrm>
            </p:grpSpPr>
            <p:sp>
              <p:nvSpPr>
                <p:cNvPr id="177" name="타원 176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4" name="타원 183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91" name="그룹 190"/>
              <p:cNvGrpSpPr/>
              <p:nvPr/>
            </p:nvGrpSpPr>
            <p:grpSpPr>
              <a:xfrm rot="3861150">
                <a:off x="2266569" y="3409731"/>
                <a:ext cx="244397" cy="208307"/>
                <a:chOff x="2422689" y="895546"/>
                <a:chExt cx="641022" cy="641022"/>
              </a:xfrm>
            </p:grpSpPr>
            <p:sp>
              <p:nvSpPr>
                <p:cNvPr id="203" name="타원 202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6" name="타원 205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09" name="그룹 208"/>
              <p:cNvGrpSpPr/>
              <p:nvPr/>
            </p:nvGrpSpPr>
            <p:grpSpPr>
              <a:xfrm rot="9261150">
                <a:off x="1464021" y="3608331"/>
                <a:ext cx="219938" cy="187460"/>
                <a:chOff x="2422689" y="895546"/>
                <a:chExt cx="641022" cy="641022"/>
              </a:xfrm>
            </p:grpSpPr>
            <p:sp>
              <p:nvSpPr>
                <p:cNvPr id="210" name="타원 209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1" name="타원 21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12" name="그룹 211"/>
              <p:cNvGrpSpPr/>
              <p:nvPr/>
            </p:nvGrpSpPr>
            <p:grpSpPr>
              <a:xfrm rot="9261150">
                <a:off x="2145599" y="3772667"/>
                <a:ext cx="166781" cy="142153"/>
                <a:chOff x="2422689" y="895546"/>
                <a:chExt cx="641022" cy="641022"/>
              </a:xfrm>
            </p:grpSpPr>
            <p:sp>
              <p:nvSpPr>
                <p:cNvPr id="213" name="타원 212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4" name="타원 213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15" name="그룹 214"/>
              <p:cNvGrpSpPr/>
              <p:nvPr/>
            </p:nvGrpSpPr>
            <p:grpSpPr>
              <a:xfrm rot="12338850" flipV="1">
                <a:off x="2374122" y="3722017"/>
                <a:ext cx="166781" cy="142153"/>
                <a:chOff x="2422689" y="895546"/>
                <a:chExt cx="641022" cy="641022"/>
              </a:xfrm>
            </p:grpSpPr>
            <p:sp>
              <p:nvSpPr>
                <p:cNvPr id="216" name="타원 21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7" name="타원 21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18" name="그룹 217"/>
              <p:cNvGrpSpPr/>
              <p:nvPr/>
            </p:nvGrpSpPr>
            <p:grpSpPr>
              <a:xfrm rot="14661150">
                <a:off x="2077630" y="3543896"/>
                <a:ext cx="140414" cy="119680"/>
                <a:chOff x="2422689" y="895546"/>
                <a:chExt cx="641022" cy="641022"/>
              </a:xfrm>
            </p:grpSpPr>
            <p:sp>
              <p:nvSpPr>
                <p:cNvPr id="219" name="타원 218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0" name="타원 219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21" name="그룹 220"/>
              <p:cNvGrpSpPr/>
              <p:nvPr/>
            </p:nvGrpSpPr>
            <p:grpSpPr>
              <a:xfrm rot="3861150">
                <a:off x="1728749" y="3519028"/>
                <a:ext cx="164821" cy="140482"/>
                <a:chOff x="2422689" y="895546"/>
                <a:chExt cx="641022" cy="641022"/>
              </a:xfrm>
            </p:grpSpPr>
            <p:sp>
              <p:nvSpPr>
                <p:cNvPr id="222" name="타원 22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3" name="타원 22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24" name="그룹 223"/>
              <p:cNvGrpSpPr/>
              <p:nvPr/>
            </p:nvGrpSpPr>
            <p:grpSpPr>
              <a:xfrm rot="3861150">
                <a:off x="1485363" y="3380233"/>
                <a:ext cx="164821" cy="140482"/>
                <a:chOff x="2422689" y="895546"/>
                <a:chExt cx="641022" cy="641022"/>
              </a:xfrm>
            </p:grpSpPr>
            <p:sp>
              <p:nvSpPr>
                <p:cNvPr id="225" name="타원 224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6" name="타원 225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27" name="그룹 226"/>
              <p:cNvGrpSpPr/>
              <p:nvPr/>
            </p:nvGrpSpPr>
            <p:grpSpPr>
              <a:xfrm rot="1595295">
                <a:off x="2127607" y="3267766"/>
                <a:ext cx="124665" cy="152239"/>
                <a:chOff x="2422689" y="895546"/>
                <a:chExt cx="641022" cy="641022"/>
              </a:xfrm>
            </p:grpSpPr>
            <p:sp>
              <p:nvSpPr>
                <p:cNvPr id="228" name="타원 227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29" name="타원 228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30" name="그룹 229"/>
              <p:cNvGrpSpPr/>
              <p:nvPr/>
            </p:nvGrpSpPr>
            <p:grpSpPr>
              <a:xfrm rot="1595295">
                <a:off x="1768817" y="3296311"/>
                <a:ext cx="124665" cy="152239"/>
                <a:chOff x="2422689" y="895546"/>
                <a:chExt cx="641022" cy="641022"/>
              </a:xfrm>
            </p:grpSpPr>
            <p:sp>
              <p:nvSpPr>
                <p:cNvPr id="231" name="타원 230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2" name="타원 231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33" name="TextBox 232"/>
              <p:cNvSpPr txBox="1"/>
              <p:nvPr/>
            </p:nvSpPr>
            <p:spPr>
              <a:xfrm>
                <a:off x="2184502" y="2301394"/>
                <a:ext cx="564844" cy="263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smtClean="0">
                    <a:solidFill>
                      <a:schemeClr val="bg1"/>
                    </a:solidFill>
                    <a:latin typeface="휴먼옛체" panose="02030504000101010101" pitchFamily="18" charset="-127"/>
                    <a:ea typeface="휴먼옛체" panose="02030504000101010101" pitchFamily="18" charset="-127"/>
                  </a:rPr>
                  <a:t>大起</a:t>
                </a:r>
                <a:endParaRPr lang="ko-KR" altLang="en-US" sz="1400">
                  <a:solidFill>
                    <a:schemeClr val="bg1"/>
                  </a:solidFill>
                  <a:latin typeface="휴먼옛체" panose="02030504000101010101" pitchFamily="18" charset="-127"/>
                  <a:ea typeface="휴먼옛체" panose="02030504000101010101" pitchFamily="18" charset="-127"/>
                </a:endParaRPr>
              </a:p>
            </p:txBody>
          </p:sp>
          <p:grpSp>
            <p:nvGrpSpPr>
              <p:cNvPr id="242" name="그룹 241"/>
              <p:cNvGrpSpPr/>
              <p:nvPr/>
            </p:nvGrpSpPr>
            <p:grpSpPr>
              <a:xfrm>
                <a:off x="1239276" y="4085321"/>
                <a:ext cx="682479" cy="250645"/>
                <a:chOff x="1239276" y="4085321"/>
                <a:chExt cx="682479" cy="250645"/>
              </a:xfrm>
            </p:grpSpPr>
            <p:grpSp>
              <p:nvGrpSpPr>
                <p:cNvPr id="11" name="그룹 10"/>
                <p:cNvGrpSpPr/>
                <p:nvPr/>
              </p:nvGrpSpPr>
              <p:grpSpPr>
                <a:xfrm>
                  <a:off x="1357110" y="4085321"/>
                  <a:ext cx="564645" cy="248201"/>
                  <a:chOff x="1366537" y="3953343"/>
                  <a:chExt cx="564645" cy="248201"/>
                </a:xfrm>
              </p:grpSpPr>
              <p:sp>
                <p:nvSpPr>
                  <p:cNvPr id="3" name="사다리꼴 2"/>
                  <p:cNvSpPr/>
                  <p:nvPr/>
                </p:nvSpPr>
                <p:spPr>
                  <a:xfrm>
                    <a:off x="1366537" y="3957183"/>
                    <a:ext cx="466214" cy="244361"/>
                  </a:xfrm>
                  <a:prstGeom prst="trapezoid">
                    <a:avLst>
                      <a:gd name="adj" fmla="val 44958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" name="직사각형 4"/>
                  <p:cNvSpPr/>
                  <p:nvPr/>
                </p:nvSpPr>
                <p:spPr>
                  <a:xfrm>
                    <a:off x="1635987" y="3953343"/>
                    <a:ext cx="295195" cy="246336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39" name="직각 삼각형 238"/>
                <p:cNvSpPr/>
                <p:nvPr/>
              </p:nvSpPr>
              <p:spPr>
                <a:xfrm flipH="1">
                  <a:off x="1239276" y="4210971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0" name="직각 삼각형 239"/>
                <p:cNvSpPr/>
                <p:nvPr/>
              </p:nvSpPr>
              <p:spPr>
                <a:xfrm flipH="1">
                  <a:off x="1391676" y="421253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1" name="직각 삼각형 240"/>
                <p:cNvSpPr/>
                <p:nvPr/>
              </p:nvSpPr>
              <p:spPr>
                <a:xfrm flipH="1">
                  <a:off x="1544076" y="421410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43" name="그룹 242"/>
              <p:cNvGrpSpPr/>
              <p:nvPr/>
            </p:nvGrpSpPr>
            <p:grpSpPr>
              <a:xfrm flipH="1">
                <a:off x="2079199" y="4108015"/>
                <a:ext cx="682479" cy="250645"/>
                <a:chOff x="1239276" y="4085321"/>
                <a:chExt cx="682479" cy="250645"/>
              </a:xfrm>
            </p:grpSpPr>
            <p:grpSp>
              <p:nvGrpSpPr>
                <p:cNvPr id="244" name="그룹 243"/>
                <p:cNvGrpSpPr/>
                <p:nvPr/>
              </p:nvGrpSpPr>
              <p:grpSpPr>
                <a:xfrm>
                  <a:off x="1357110" y="4085321"/>
                  <a:ext cx="564645" cy="248201"/>
                  <a:chOff x="1366537" y="3953343"/>
                  <a:chExt cx="564645" cy="248201"/>
                </a:xfrm>
              </p:grpSpPr>
              <p:sp>
                <p:nvSpPr>
                  <p:cNvPr id="248" name="사다리꼴 247"/>
                  <p:cNvSpPr/>
                  <p:nvPr/>
                </p:nvSpPr>
                <p:spPr>
                  <a:xfrm>
                    <a:off x="1366537" y="3957183"/>
                    <a:ext cx="466214" cy="244361"/>
                  </a:xfrm>
                  <a:prstGeom prst="trapezoid">
                    <a:avLst>
                      <a:gd name="adj" fmla="val 44958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9" name="직사각형 248"/>
                  <p:cNvSpPr/>
                  <p:nvPr/>
                </p:nvSpPr>
                <p:spPr>
                  <a:xfrm>
                    <a:off x="1635987" y="3953343"/>
                    <a:ext cx="295195" cy="246336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45" name="직각 삼각형 244"/>
                <p:cNvSpPr/>
                <p:nvPr/>
              </p:nvSpPr>
              <p:spPr>
                <a:xfrm flipH="1">
                  <a:off x="1239276" y="4210971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6" name="직각 삼각형 245"/>
                <p:cNvSpPr/>
                <p:nvPr/>
              </p:nvSpPr>
              <p:spPr>
                <a:xfrm flipH="1">
                  <a:off x="1391676" y="421253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7" name="직각 삼각형 246"/>
                <p:cNvSpPr/>
                <p:nvPr/>
              </p:nvSpPr>
              <p:spPr>
                <a:xfrm flipH="1">
                  <a:off x="1544076" y="421410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237" name="그룹 236"/>
          <p:cNvGrpSpPr/>
          <p:nvPr/>
        </p:nvGrpSpPr>
        <p:grpSpPr>
          <a:xfrm>
            <a:off x="5581834" y="338309"/>
            <a:ext cx="2618880" cy="4287712"/>
            <a:chOff x="5581834" y="338309"/>
            <a:chExt cx="2618880" cy="4287712"/>
          </a:xfrm>
        </p:grpSpPr>
        <p:grpSp>
          <p:nvGrpSpPr>
            <p:cNvPr id="387" name="그룹 386"/>
            <p:cNvGrpSpPr/>
            <p:nvPr/>
          </p:nvGrpSpPr>
          <p:grpSpPr>
            <a:xfrm rot="19792363">
              <a:off x="6756834" y="3008275"/>
              <a:ext cx="981178" cy="1617746"/>
              <a:chOff x="3088666" y="4035735"/>
              <a:chExt cx="981178" cy="1617746"/>
            </a:xfrm>
          </p:grpSpPr>
          <p:sp>
            <p:nvSpPr>
              <p:cNvPr id="388" name="자유형 387"/>
              <p:cNvSpPr/>
              <p:nvPr/>
            </p:nvSpPr>
            <p:spPr>
              <a:xfrm>
                <a:off x="3259139" y="4079205"/>
                <a:ext cx="810705" cy="1574276"/>
              </a:xfrm>
              <a:custGeom>
                <a:avLst/>
                <a:gdLst>
                  <a:gd name="connsiteX0" fmla="*/ 0 w 810705"/>
                  <a:gd name="connsiteY0" fmla="*/ 0 h 1574276"/>
                  <a:gd name="connsiteX1" fmla="*/ 311084 w 810705"/>
                  <a:gd name="connsiteY1" fmla="*/ 9427 h 1574276"/>
                  <a:gd name="connsiteX2" fmla="*/ 358218 w 810705"/>
                  <a:gd name="connsiteY2" fmla="*/ 18854 h 1574276"/>
                  <a:gd name="connsiteX3" fmla="*/ 386499 w 810705"/>
                  <a:gd name="connsiteY3" fmla="*/ 37707 h 1574276"/>
                  <a:gd name="connsiteX4" fmla="*/ 424206 w 810705"/>
                  <a:gd name="connsiteY4" fmla="*/ 56561 h 1574276"/>
                  <a:gd name="connsiteX5" fmla="*/ 471340 w 810705"/>
                  <a:gd name="connsiteY5" fmla="*/ 84841 h 1574276"/>
                  <a:gd name="connsiteX6" fmla="*/ 509047 w 810705"/>
                  <a:gd name="connsiteY6" fmla="*/ 103695 h 1574276"/>
                  <a:gd name="connsiteX7" fmla="*/ 622169 w 810705"/>
                  <a:gd name="connsiteY7" fmla="*/ 188536 h 1574276"/>
                  <a:gd name="connsiteX8" fmla="*/ 631596 w 810705"/>
                  <a:gd name="connsiteY8" fmla="*/ 245097 h 1574276"/>
                  <a:gd name="connsiteX9" fmla="*/ 669303 w 810705"/>
                  <a:gd name="connsiteY9" fmla="*/ 367645 h 1574276"/>
                  <a:gd name="connsiteX10" fmla="*/ 659876 w 810705"/>
                  <a:gd name="connsiteY10" fmla="*/ 744718 h 1574276"/>
                  <a:gd name="connsiteX11" fmla="*/ 641022 w 810705"/>
                  <a:gd name="connsiteY11" fmla="*/ 791852 h 1574276"/>
                  <a:gd name="connsiteX12" fmla="*/ 612742 w 810705"/>
                  <a:gd name="connsiteY12" fmla="*/ 933254 h 1574276"/>
                  <a:gd name="connsiteX13" fmla="*/ 593888 w 810705"/>
                  <a:gd name="connsiteY13" fmla="*/ 1027522 h 1574276"/>
                  <a:gd name="connsiteX14" fmla="*/ 575035 w 810705"/>
                  <a:gd name="connsiteY14" fmla="*/ 1055802 h 1574276"/>
                  <a:gd name="connsiteX15" fmla="*/ 556181 w 810705"/>
                  <a:gd name="connsiteY15" fmla="*/ 1093509 h 1574276"/>
                  <a:gd name="connsiteX16" fmla="*/ 527901 w 810705"/>
                  <a:gd name="connsiteY16" fmla="*/ 1121790 h 1574276"/>
                  <a:gd name="connsiteX17" fmla="*/ 537328 w 810705"/>
                  <a:gd name="connsiteY17" fmla="*/ 1385740 h 1574276"/>
                  <a:gd name="connsiteX18" fmla="*/ 575035 w 810705"/>
                  <a:gd name="connsiteY18" fmla="*/ 1442301 h 1574276"/>
                  <a:gd name="connsiteX19" fmla="*/ 650449 w 810705"/>
                  <a:gd name="connsiteY19" fmla="*/ 1489435 h 1574276"/>
                  <a:gd name="connsiteX20" fmla="*/ 735290 w 810705"/>
                  <a:gd name="connsiteY20" fmla="*/ 1536569 h 1574276"/>
                  <a:gd name="connsiteX21" fmla="*/ 772998 w 810705"/>
                  <a:gd name="connsiteY21" fmla="*/ 1545996 h 1574276"/>
                  <a:gd name="connsiteX22" fmla="*/ 810705 w 810705"/>
                  <a:gd name="connsiteY22" fmla="*/ 1574276 h 157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10705" h="1574276">
                    <a:moveTo>
                      <a:pt x="0" y="0"/>
                    </a:moveTo>
                    <a:cubicBezTo>
                      <a:pt x="103695" y="3142"/>
                      <a:pt x="207485" y="3974"/>
                      <a:pt x="311084" y="9427"/>
                    </a:cubicBezTo>
                    <a:cubicBezTo>
                      <a:pt x="327084" y="10269"/>
                      <a:pt x="343216" y="13228"/>
                      <a:pt x="358218" y="18854"/>
                    </a:cubicBezTo>
                    <a:cubicBezTo>
                      <a:pt x="368826" y="22832"/>
                      <a:pt x="376662" y="32086"/>
                      <a:pt x="386499" y="37707"/>
                    </a:cubicBezTo>
                    <a:cubicBezTo>
                      <a:pt x="398700" y="44679"/>
                      <a:pt x="411922" y="49736"/>
                      <a:pt x="424206" y="56561"/>
                    </a:cubicBezTo>
                    <a:cubicBezTo>
                      <a:pt x="440223" y="65459"/>
                      <a:pt x="455323" y="75943"/>
                      <a:pt x="471340" y="84841"/>
                    </a:cubicBezTo>
                    <a:cubicBezTo>
                      <a:pt x="483624" y="91666"/>
                      <a:pt x="498251" y="94699"/>
                      <a:pt x="509047" y="103695"/>
                    </a:cubicBezTo>
                    <a:cubicBezTo>
                      <a:pt x="617787" y="194311"/>
                      <a:pt x="541167" y="168285"/>
                      <a:pt x="622169" y="188536"/>
                    </a:cubicBezTo>
                    <a:cubicBezTo>
                      <a:pt x="625311" y="207390"/>
                      <a:pt x="626345" y="226719"/>
                      <a:pt x="631596" y="245097"/>
                    </a:cubicBezTo>
                    <a:cubicBezTo>
                      <a:pt x="684340" y="429701"/>
                      <a:pt x="643368" y="237974"/>
                      <a:pt x="669303" y="367645"/>
                    </a:cubicBezTo>
                    <a:cubicBezTo>
                      <a:pt x="666161" y="493336"/>
                      <a:pt x="668240" y="619266"/>
                      <a:pt x="659876" y="744718"/>
                    </a:cubicBezTo>
                    <a:cubicBezTo>
                      <a:pt x="658750" y="761602"/>
                      <a:pt x="644140" y="775220"/>
                      <a:pt x="641022" y="791852"/>
                    </a:cubicBezTo>
                    <a:cubicBezTo>
                      <a:pt x="612135" y="945919"/>
                      <a:pt x="654482" y="849775"/>
                      <a:pt x="612742" y="933254"/>
                    </a:cubicBezTo>
                    <a:cubicBezTo>
                      <a:pt x="606457" y="964677"/>
                      <a:pt x="611663" y="1000859"/>
                      <a:pt x="593888" y="1027522"/>
                    </a:cubicBezTo>
                    <a:cubicBezTo>
                      <a:pt x="587604" y="1036949"/>
                      <a:pt x="580656" y="1045965"/>
                      <a:pt x="575035" y="1055802"/>
                    </a:cubicBezTo>
                    <a:cubicBezTo>
                      <a:pt x="568063" y="1068003"/>
                      <a:pt x="564349" y="1082074"/>
                      <a:pt x="556181" y="1093509"/>
                    </a:cubicBezTo>
                    <a:cubicBezTo>
                      <a:pt x="548432" y="1104357"/>
                      <a:pt x="537328" y="1112363"/>
                      <a:pt x="527901" y="1121790"/>
                    </a:cubicBezTo>
                    <a:cubicBezTo>
                      <a:pt x="531043" y="1209773"/>
                      <a:pt x="524519" y="1298637"/>
                      <a:pt x="537328" y="1385740"/>
                    </a:cubicBezTo>
                    <a:cubicBezTo>
                      <a:pt x="540625" y="1408158"/>
                      <a:pt x="556908" y="1428705"/>
                      <a:pt x="575035" y="1442301"/>
                    </a:cubicBezTo>
                    <a:cubicBezTo>
                      <a:pt x="640521" y="1491417"/>
                      <a:pt x="583898" y="1452462"/>
                      <a:pt x="650449" y="1489435"/>
                    </a:cubicBezTo>
                    <a:cubicBezTo>
                      <a:pt x="675378" y="1503285"/>
                      <a:pt x="707466" y="1526135"/>
                      <a:pt x="735290" y="1536569"/>
                    </a:cubicBezTo>
                    <a:cubicBezTo>
                      <a:pt x="747421" y="1541118"/>
                      <a:pt x="760429" y="1542854"/>
                      <a:pt x="772998" y="1545996"/>
                    </a:cubicBezTo>
                    <a:cubicBezTo>
                      <a:pt x="804975" y="1567315"/>
                      <a:pt x="793266" y="1556839"/>
                      <a:pt x="810705" y="1574276"/>
                    </a:cubicBezTo>
                  </a:path>
                </a:pathLst>
              </a:custGeom>
              <a:noFill/>
              <a:ln w="1428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9" name="타원 388"/>
              <p:cNvSpPr/>
              <p:nvPr/>
            </p:nvSpPr>
            <p:spPr>
              <a:xfrm>
                <a:off x="3088666" y="4035735"/>
                <a:ext cx="340119" cy="1445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90" name="그룹 389"/>
              <p:cNvGrpSpPr/>
              <p:nvPr/>
            </p:nvGrpSpPr>
            <p:grpSpPr>
              <a:xfrm rot="3861150">
                <a:off x="3743017" y="5449610"/>
                <a:ext cx="164821" cy="140482"/>
                <a:chOff x="2422689" y="895546"/>
                <a:chExt cx="641022" cy="641022"/>
              </a:xfrm>
            </p:grpSpPr>
            <p:sp>
              <p:nvSpPr>
                <p:cNvPr id="406" name="타원 40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7" name="타원 40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91" name="그룹 390"/>
              <p:cNvGrpSpPr/>
              <p:nvPr/>
            </p:nvGrpSpPr>
            <p:grpSpPr>
              <a:xfrm rot="9261150">
                <a:off x="3812520" y="5033701"/>
                <a:ext cx="153275" cy="130641"/>
                <a:chOff x="2422689" y="895546"/>
                <a:chExt cx="641022" cy="641022"/>
              </a:xfrm>
            </p:grpSpPr>
            <p:sp>
              <p:nvSpPr>
                <p:cNvPr id="404" name="타원 403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5" name="타원 404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92" name="그룹 391"/>
              <p:cNvGrpSpPr/>
              <p:nvPr/>
            </p:nvGrpSpPr>
            <p:grpSpPr>
              <a:xfrm rot="3861150">
                <a:off x="3856841" y="4626069"/>
                <a:ext cx="139161" cy="118611"/>
                <a:chOff x="2422689" y="895546"/>
                <a:chExt cx="641022" cy="641022"/>
              </a:xfrm>
            </p:grpSpPr>
            <p:sp>
              <p:nvSpPr>
                <p:cNvPr id="402" name="타원 40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3" name="타원 40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93" name="그룹 392"/>
              <p:cNvGrpSpPr/>
              <p:nvPr/>
            </p:nvGrpSpPr>
            <p:grpSpPr>
              <a:xfrm rot="3861150">
                <a:off x="3323223" y="4048822"/>
                <a:ext cx="128450" cy="109482"/>
                <a:chOff x="2422689" y="895546"/>
                <a:chExt cx="641022" cy="641022"/>
              </a:xfrm>
            </p:grpSpPr>
            <p:sp>
              <p:nvSpPr>
                <p:cNvPr id="400" name="타원 399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1" name="타원 40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94" name="그룹 393"/>
              <p:cNvGrpSpPr/>
              <p:nvPr/>
            </p:nvGrpSpPr>
            <p:grpSpPr>
              <a:xfrm rot="1595295">
                <a:off x="3607797" y="4067663"/>
                <a:ext cx="91152" cy="111314"/>
                <a:chOff x="2422689" y="895546"/>
                <a:chExt cx="641022" cy="641022"/>
              </a:xfrm>
            </p:grpSpPr>
            <p:sp>
              <p:nvSpPr>
                <p:cNvPr id="398" name="타원 397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9" name="타원 398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95" name="그룹 394"/>
              <p:cNvGrpSpPr/>
              <p:nvPr/>
            </p:nvGrpSpPr>
            <p:grpSpPr>
              <a:xfrm rot="1595295">
                <a:off x="3827693" y="4258777"/>
                <a:ext cx="91152" cy="111314"/>
                <a:chOff x="2422689" y="895546"/>
                <a:chExt cx="641022" cy="641022"/>
              </a:xfrm>
            </p:grpSpPr>
            <p:sp>
              <p:nvSpPr>
                <p:cNvPr id="396" name="타원 39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7" name="타원 39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43" name="그룹 42"/>
            <p:cNvGrpSpPr/>
            <p:nvPr/>
          </p:nvGrpSpPr>
          <p:grpSpPr>
            <a:xfrm>
              <a:off x="5581834" y="338309"/>
              <a:ext cx="2618880" cy="4073298"/>
              <a:chOff x="7080696" y="1273079"/>
              <a:chExt cx="2618880" cy="4073298"/>
            </a:xfrm>
          </p:grpSpPr>
          <p:sp>
            <p:nvSpPr>
              <p:cNvPr id="252" name="TextBox 251"/>
              <p:cNvSpPr txBox="1"/>
              <p:nvPr/>
            </p:nvSpPr>
            <p:spPr>
              <a:xfrm>
                <a:off x="8513229" y="3292738"/>
                <a:ext cx="551010" cy="617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>
                    <a:solidFill>
                      <a:schemeClr val="bg1"/>
                    </a:solidFill>
                    <a:latin typeface="휴먼옛체" panose="02030504000101010101" pitchFamily="18" charset="-127"/>
                    <a:ea typeface="휴먼옛체" panose="02030504000101010101" pitchFamily="18" charset="-127"/>
                  </a:rPr>
                  <a:t>大起</a:t>
                </a:r>
              </a:p>
            </p:txBody>
          </p:sp>
          <p:sp>
            <p:nvSpPr>
              <p:cNvPr id="254" name="직사각형 253"/>
              <p:cNvSpPr/>
              <p:nvPr/>
            </p:nvSpPr>
            <p:spPr>
              <a:xfrm>
                <a:off x="7927471" y="2599501"/>
                <a:ext cx="793757" cy="444583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타원 254"/>
              <p:cNvSpPr/>
              <p:nvPr/>
            </p:nvSpPr>
            <p:spPr>
              <a:xfrm>
                <a:off x="7685441" y="1631888"/>
                <a:ext cx="1253408" cy="1266104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" name="타원 255"/>
              <p:cNvSpPr/>
              <p:nvPr/>
            </p:nvSpPr>
            <p:spPr>
              <a:xfrm>
                <a:off x="7997395" y="2360619"/>
                <a:ext cx="629498" cy="53737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7" name="달 256"/>
              <p:cNvSpPr/>
              <p:nvPr/>
            </p:nvSpPr>
            <p:spPr>
              <a:xfrm rot="7549035">
                <a:off x="7906949" y="1688164"/>
                <a:ext cx="447826" cy="642817"/>
              </a:xfrm>
              <a:prstGeom prst="mo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8" name="달 257"/>
              <p:cNvSpPr/>
              <p:nvPr/>
            </p:nvSpPr>
            <p:spPr>
              <a:xfrm rot="14050965" flipH="1">
                <a:off x="8292355" y="1712724"/>
                <a:ext cx="447826" cy="642817"/>
              </a:xfrm>
              <a:prstGeom prst="moon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9" name="타원 258"/>
              <p:cNvSpPr/>
              <p:nvPr/>
            </p:nvSpPr>
            <p:spPr>
              <a:xfrm>
                <a:off x="8188703" y="2302377"/>
                <a:ext cx="260289" cy="218881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0" name="현 259"/>
              <p:cNvSpPr/>
              <p:nvPr/>
            </p:nvSpPr>
            <p:spPr>
              <a:xfrm flipV="1">
                <a:off x="7685441" y="1633667"/>
                <a:ext cx="1254253" cy="1267342"/>
              </a:xfrm>
              <a:prstGeom prst="chord">
                <a:avLst>
                  <a:gd name="adj1" fmla="val 1607433"/>
                  <a:gd name="adj2" fmla="val 9026813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1" name="그룹 260"/>
              <p:cNvGrpSpPr/>
              <p:nvPr/>
            </p:nvGrpSpPr>
            <p:grpSpPr>
              <a:xfrm rot="19496374">
                <a:off x="8253289" y="1925382"/>
                <a:ext cx="165212" cy="201755"/>
                <a:chOff x="2422689" y="895546"/>
                <a:chExt cx="641022" cy="641022"/>
              </a:xfrm>
            </p:grpSpPr>
            <p:sp>
              <p:nvSpPr>
                <p:cNvPr id="358" name="타원 357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9" name="타원 358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2" name="그룹 261"/>
              <p:cNvGrpSpPr/>
              <p:nvPr/>
            </p:nvGrpSpPr>
            <p:grpSpPr>
              <a:xfrm rot="3861150">
                <a:off x="8514486" y="1760252"/>
                <a:ext cx="164821" cy="140482"/>
                <a:chOff x="2422689" y="895546"/>
                <a:chExt cx="641022" cy="641022"/>
              </a:xfrm>
            </p:grpSpPr>
            <p:sp>
              <p:nvSpPr>
                <p:cNvPr id="356" name="타원 35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7" name="타원 35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3" name="그룹 262"/>
              <p:cNvGrpSpPr/>
              <p:nvPr/>
            </p:nvGrpSpPr>
            <p:grpSpPr>
              <a:xfrm rot="17431044">
                <a:off x="7949495" y="1763213"/>
                <a:ext cx="189467" cy="168085"/>
                <a:chOff x="2422689" y="895546"/>
                <a:chExt cx="641022" cy="641022"/>
              </a:xfrm>
            </p:grpSpPr>
            <p:sp>
              <p:nvSpPr>
                <p:cNvPr id="354" name="타원 353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5" name="타원 354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4" name="그룹 263"/>
              <p:cNvGrpSpPr/>
              <p:nvPr/>
            </p:nvGrpSpPr>
            <p:grpSpPr>
              <a:xfrm rot="1595295">
                <a:off x="8322188" y="1690211"/>
                <a:ext cx="124665" cy="152239"/>
                <a:chOff x="2422689" y="895546"/>
                <a:chExt cx="641022" cy="641022"/>
              </a:xfrm>
            </p:grpSpPr>
            <p:sp>
              <p:nvSpPr>
                <p:cNvPr id="352" name="타원 35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3" name="타원 35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5" name="그룹 264"/>
              <p:cNvGrpSpPr/>
              <p:nvPr/>
            </p:nvGrpSpPr>
            <p:grpSpPr>
              <a:xfrm>
                <a:off x="7613669" y="1593731"/>
                <a:ext cx="295470" cy="346662"/>
                <a:chOff x="3943158" y="1669938"/>
                <a:chExt cx="415554" cy="415554"/>
              </a:xfrm>
            </p:grpSpPr>
            <p:sp>
              <p:nvSpPr>
                <p:cNvPr id="350" name="타원 349"/>
                <p:cNvSpPr/>
                <p:nvPr/>
              </p:nvSpPr>
              <p:spPr>
                <a:xfrm>
                  <a:off x="3943158" y="1669938"/>
                  <a:ext cx="415554" cy="4155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1" name="타원 350"/>
                <p:cNvSpPr/>
                <p:nvPr/>
              </p:nvSpPr>
              <p:spPr>
                <a:xfrm>
                  <a:off x="4064948" y="1773888"/>
                  <a:ext cx="279919" cy="279919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6" name="그룹 265"/>
              <p:cNvGrpSpPr/>
              <p:nvPr/>
            </p:nvGrpSpPr>
            <p:grpSpPr>
              <a:xfrm flipH="1">
                <a:off x="8723558" y="1592503"/>
                <a:ext cx="295470" cy="346662"/>
                <a:chOff x="3943158" y="1669938"/>
                <a:chExt cx="415554" cy="415554"/>
              </a:xfrm>
            </p:grpSpPr>
            <p:sp>
              <p:nvSpPr>
                <p:cNvPr id="348" name="타원 347"/>
                <p:cNvSpPr/>
                <p:nvPr/>
              </p:nvSpPr>
              <p:spPr>
                <a:xfrm>
                  <a:off x="3943158" y="1669938"/>
                  <a:ext cx="415554" cy="41555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9" name="타원 348"/>
                <p:cNvSpPr/>
                <p:nvPr/>
              </p:nvSpPr>
              <p:spPr>
                <a:xfrm>
                  <a:off x="4064948" y="1773888"/>
                  <a:ext cx="279919" cy="279919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7" name="그룹 266"/>
              <p:cNvGrpSpPr/>
              <p:nvPr/>
            </p:nvGrpSpPr>
            <p:grpSpPr>
              <a:xfrm>
                <a:off x="7870897" y="2121729"/>
                <a:ext cx="346662" cy="346662"/>
                <a:chOff x="4751130" y="3095434"/>
                <a:chExt cx="415554" cy="415554"/>
              </a:xfrm>
            </p:grpSpPr>
            <p:grpSp>
              <p:nvGrpSpPr>
                <p:cNvPr id="344" name="그룹 343"/>
                <p:cNvGrpSpPr/>
                <p:nvPr/>
              </p:nvGrpSpPr>
              <p:grpSpPr>
                <a:xfrm>
                  <a:off x="4751130" y="3095434"/>
                  <a:ext cx="415554" cy="415554"/>
                  <a:chOff x="3943158" y="1669938"/>
                  <a:chExt cx="415554" cy="415554"/>
                </a:xfrm>
              </p:grpSpPr>
              <p:sp>
                <p:nvSpPr>
                  <p:cNvPr id="346" name="타원 345"/>
                  <p:cNvSpPr/>
                  <p:nvPr/>
                </p:nvSpPr>
                <p:spPr>
                  <a:xfrm>
                    <a:off x="3943158" y="1669938"/>
                    <a:ext cx="415554" cy="41555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7" name="타원 346"/>
                  <p:cNvSpPr/>
                  <p:nvPr/>
                </p:nvSpPr>
                <p:spPr>
                  <a:xfrm>
                    <a:off x="4010975" y="1737755"/>
                    <a:ext cx="279919" cy="2799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45" name="타원 344"/>
                <p:cNvSpPr/>
                <p:nvPr/>
              </p:nvSpPr>
              <p:spPr>
                <a:xfrm>
                  <a:off x="4998833" y="3315651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68" name="그룹 267"/>
              <p:cNvGrpSpPr/>
              <p:nvPr/>
            </p:nvGrpSpPr>
            <p:grpSpPr>
              <a:xfrm>
                <a:off x="8429332" y="2130898"/>
                <a:ext cx="346662" cy="346662"/>
                <a:chOff x="4751130" y="3095434"/>
                <a:chExt cx="415554" cy="415554"/>
              </a:xfrm>
            </p:grpSpPr>
            <p:grpSp>
              <p:nvGrpSpPr>
                <p:cNvPr id="340" name="그룹 339"/>
                <p:cNvGrpSpPr/>
                <p:nvPr/>
              </p:nvGrpSpPr>
              <p:grpSpPr>
                <a:xfrm>
                  <a:off x="4751130" y="3095434"/>
                  <a:ext cx="415554" cy="415554"/>
                  <a:chOff x="3943158" y="1669938"/>
                  <a:chExt cx="415554" cy="415554"/>
                </a:xfrm>
              </p:grpSpPr>
              <p:sp>
                <p:nvSpPr>
                  <p:cNvPr id="342" name="타원 341"/>
                  <p:cNvSpPr/>
                  <p:nvPr/>
                </p:nvSpPr>
                <p:spPr>
                  <a:xfrm>
                    <a:off x="3943158" y="1669938"/>
                    <a:ext cx="415554" cy="415554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43" name="타원 342"/>
                  <p:cNvSpPr/>
                  <p:nvPr/>
                </p:nvSpPr>
                <p:spPr>
                  <a:xfrm>
                    <a:off x="4010975" y="1737755"/>
                    <a:ext cx="279919" cy="279919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41" name="타원 340"/>
                <p:cNvSpPr/>
                <p:nvPr/>
              </p:nvSpPr>
              <p:spPr>
                <a:xfrm>
                  <a:off x="4998833" y="3315651"/>
                  <a:ext cx="72000" cy="7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269" name="직선 연결선 268"/>
              <p:cNvCxnSpPr/>
              <p:nvPr/>
            </p:nvCxnSpPr>
            <p:spPr>
              <a:xfrm>
                <a:off x="8318847" y="2521258"/>
                <a:ext cx="0" cy="108048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직사각형 269"/>
              <p:cNvSpPr/>
              <p:nvPr/>
            </p:nvSpPr>
            <p:spPr>
              <a:xfrm rot="1330050">
                <a:off x="7798899" y="2975319"/>
                <a:ext cx="593957" cy="18714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" name="직사각형 270"/>
              <p:cNvSpPr/>
              <p:nvPr/>
            </p:nvSpPr>
            <p:spPr>
              <a:xfrm rot="20269950" flipH="1">
                <a:off x="8241635" y="2977445"/>
                <a:ext cx="593957" cy="187143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" name="사다리꼴 271"/>
              <p:cNvSpPr/>
              <p:nvPr/>
            </p:nvSpPr>
            <p:spPr>
              <a:xfrm>
                <a:off x="7438079" y="3006833"/>
                <a:ext cx="1761536" cy="431997"/>
              </a:xfrm>
              <a:prstGeom prst="trapezoid">
                <a:avLst>
                  <a:gd name="adj" fmla="val 84375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" name="이등변 삼각형 272"/>
              <p:cNvSpPr/>
              <p:nvPr/>
            </p:nvSpPr>
            <p:spPr>
              <a:xfrm flipV="1">
                <a:off x="8265223" y="2999769"/>
                <a:ext cx="140988" cy="25773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4" name="사다리꼴 273"/>
              <p:cNvSpPr/>
              <p:nvPr/>
            </p:nvSpPr>
            <p:spPr>
              <a:xfrm rot="10800000">
                <a:off x="7445943" y="3438829"/>
                <a:ext cx="1741845" cy="764587"/>
              </a:xfrm>
              <a:prstGeom prst="trapezoid">
                <a:avLst/>
              </a:prstGeom>
              <a:solidFill>
                <a:srgbClr val="7C7C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75" name="직선 연결선 274"/>
              <p:cNvCxnSpPr>
                <a:endCxn id="274" idx="0"/>
              </p:cNvCxnSpPr>
              <p:nvPr/>
            </p:nvCxnSpPr>
            <p:spPr>
              <a:xfrm flipH="1">
                <a:off x="8316866" y="3128636"/>
                <a:ext cx="22925" cy="1074780"/>
              </a:xfrm>
              <a:prstGeom prst="line">
                <a:avLst/>
              </a:prstGeom>
              <a:ln w="3810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" name="타원 275"/>
              <p:cNvSpPr/>
              <p:nvPr/>
            </p:nvSpPr>
            <p:spPr>
              <a:xfrm>
                <a:off x="8405739" y="3338376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" name="타원 276"/>
              <p:cNvSpPr/>
              <p:nvPr/>
            </p:nvSpPr>
            <p:spPr>
              <a:xfrm>
                <a:off x="8406496" y="3560224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" name="타원 277"/>
              <p:cNvSpPr/>
              <p:nvPr/>
            </p:nvSpPr>
            <p:spPr>
              <a:xfrm>
                <a:off x="8402203" y="3782072"/>
                <a:ext cx="137705" cy="137705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" name="사다리꼴 278"/>
              <p:cNvSpPr/>
              <p:nvPr/>
            </p:nvSpPr>
            <p:spPr>
              <a:xfrm flipV="1">
                <a:off x="7625665" y="4203415"/>
                <a:ext cx="776538" cy="883185"/>
              </a:xfrm>
              <a:prstGeom prst="trapezoid">
                <a:avLst>
                  <a:gd name="adj" fmla="val 20335"/>
                </a:avLst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0" name="사다리꼴 279"/>
              <p:cNvSpPr/>
              <p:nvPr/>
            </p:nvSpPr>
            <p:spPr>
              <a:xfrm flipV="1">
                <a:off x="8263882" y="4203416"/>
                <a:ext cx="736648" cy="892316"/>
              </a:xfrm>
              <a:prstGeom prst="trapezoid">
                <a:avLst>
                  <a:gd name="adj" fmla="val 19761"/>
                </a:avLst>
              </a:prstGeom>
              <a:gradFill>
                <a:gsLst>
                  <a:gs pos="0">
                    <a:schemeClr val="accent4"/>
                  </a:gs>
                  <a:gs pos="100000">
                    <a:schemeClr val="accent4">
                      <a:lumMod val="20000"/>
                      <a:lumOff val="8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4" name="직사각형 333"/>
              <p:cNvSpPr/>
              <p:nvPr/>
            </p:nvSpPr>
            <p:spPr>
              <a:xfrm rot="9187936">
                <a:off x="7317841" y="2801115"/>
                <a:ext cx="345325" cy="834321"/>
              </a:xfrm>
              <a:prstGeom prst="rect">
                <a:avLst/>
              </a:prstGeom>
              <a:solidFill>
                <a:srgbClr val="7C7C7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5" name="타원 334"/>
              <p:cNvSpPr/>
              <p:nvPr/>
            </p:nvSpPr>
            <p:spPr>
              <a:xfrm rot="7584430">
                <a:off x="7080696" y="2606318"/>
                <a:ext cx="373986" cy="373986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6" name="현 335"/>
              <p:cNvSpPr/>
              <p:nvPr/>
            </p:nvSpPr>
            <p:spPr>
              <a:xfrm rot="6647635" flipH="1" flipV="1">
                <a:off x="7085910" y="2615576"/>
                <a:ext cx="375398" cy="375398"/>
              </a:xfrm>
              <a:prstGeom prst="chord">
                <a:avLst>
                  <a:gd name="adj1" fmla="val 2700000"/>
                  <a:gd name="adj2" fmla="val 14234573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37" name="직선 연결선 336"/>
              <p:cNvCxnSpPr/>
              <p:nvPr/>
            </p:nvCxnSpPr>
            <p:spPr>
              <a:xfrm rot="7584430" flipH="1">
                <a:off x="7295692" y="2677152"/>
                <a:ext cx="124760" cy="18695"/>
              </a:xfrm>
              <a:prstGeom prst="line">
                <a:avLst/>
              </a:prstGeom>
              <a:ln w="76200">
                <a:solidFill>
                  <a:srgbClr val="481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직선 연결선 337"/>
              <p:cNvCxnSpPr/>
              <p:nvPr/>
            </p:nvCxnSpPr>
            <p:spPr>
              <a:xfrm rot="7584430" flipH="1">
                <a:off x="7185015" y="2614489"/>
                <a:ext cx="81261" cy="68467"/>
              </a:xfrm>
              <a:prstGeom prst="line">
                <a:avLst/>
              </a:prstGeom>
              <a:ln w="76200">
                <a:solidFill>
                  <a:srgbClr val="481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직선 연결선 338"/>
              <p:cNvCxnSpPr/>
              <p:nvPr/>
            </p:nvCxnSpPr>
            <p:spPr>
              <a:xfrm rot="7584430">
                <a:off x="7146727" y="2682765"/>
                <a:ext cx="7411" cy="108327"/>
              </a:xfrm>
              <a:prstGeom prst="line">
                <a:avLst/>
              </a:prstGeom>
              <a:ln w="76200">
                <a:solidFill>
                  <a:srgbClr val="481C0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2" name="그룹 281"/>
              <p:cNvGrpSpPr/>
              <p:nvPr/>
            </p:nvGrpSpPr>
            <p:grpSpPr>
              <a:xfrm rot="14006058" flipH="1">
                <a:off x="8889511" y="2474210"/>
                <a:ext cx="584425" cy="1035704"/>
                <a:chOff x="3483952" y="3066918"/>
                <a:chExt cx="700567" cy="1241528"/>
              </a:xfrm>
            </p:grpSpPr>
            <p:sp>
              <p:nvSpPr>
                <p:cNvPr id="328" name="직사각형 327"/>
                <p:cNvSpPr/>
                <p:nvPr/>
              </p:nvSpPr>
              <p:spPr>
                <a:xfrm rot="1603506">
                  <a:off x="3770568" y="3066918"/>
                  <a:ext cx="413951" cy="1000124"/>
                </a:xfrm>
                <a:prstGeom prst="rect">
                  <a:avLst/>
                </a:prstGeom>
                <a:solidFill>
                  <a:srgbClr val="7C7C7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9" name="타원 328"/>
                <p:cNvSpPr/>
                <p:nvPr/>
              </p:nvSpPr>
              <p:spPr>
                <a:xfrm>
                  <a:off x="3501926" y="3860138"/>
                  <a:ext cx="448308" cy="448308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0" name="현 329"/>
                <p:cNvSpPr/>
                <p:nvPr/>
              </p:nvSpPr>
              <p:spPr>
                <a:xfrm rot="20663205" flipH="1" flipV="1">
                  <a:off x="3506482" y="3846492"/>
                  <a:ext cx="450000" cy="450000"/>
                </a:xfrm>
                <a:prstGeom prst="chord">
                  <a:avLst>
                    <a:gd name="adj1" fmla="val 2700000"/>
                    <a:gd name="adj2" fmla="val 14234573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31" name="직선 연결선 330"/>
                <p:cNvCxnSpPr/>
                <p:nvPr/>
              </p:nvCxnSpPr>
              <p:spPr>
                <a:xfrm flipH="1">
                  <a:off x="3483952" y="4061882"/>
                  <a:ext cx="149553" cy="22410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직선 연결선 331"/>
                <p:cNvCxnSpPr/>
                <p:nvPr/>
              </p:nvCxnSpPr>
              <p:spPr>
                <a:xfrm flipH="1">
                  <a:off x="3567795" y="4186688"/>
                  <a:ext cx="97410" cy="82073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직선 연결선 332"/>
                <p:cNvCxnSpPr/>
                <p:nvPr/>
              </p:nvCxnSpPr>
              <p:spPr>
                <a:xfrm>
                  <a:off x="3750667" y="4172603"/>
                  <a:ext cx="8884" cy="129855"/>
                </a:xfrm>
                <a:prstGeom prst="line">
                  <a:avLst/>
                </a:prstGeom>
                <a:ln w="76200">
                  <a:solidFill>
                    <a:srgbClr val="481C0C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그룹 282"/>
              <p:cNvGrpSpPr/>
              <p:nvPr/>
            </p:nvGrpSpPr>
            <p:grpSpPr>
              <a:xfrm rot="3861150">
                <a:off x="8007302" y="4760018"/>
                <a:ext cx="164821" cy="140482"/>
                <a:chOff x="2422689" y="895546"/>
                <a:chExt cx="641022" cy="641022"/>
              </a:xfrm>
            </p:grpSpPr>
            <p:sp>
              <p:nvSpPr>
                <p:cNvPr id="326" name="타원 32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7" name="타원 32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4" name="그룹 283"/>
              <p:cNvGrpSpPr/>
              <p:nvPr/>
            </p:nvGrpSpPr>
            <p:grpSpPr>
              <a:xfrm rot="3861150">
                <a:off x="8594803" y="4397448"/>
                <a:ext cx="244397" cy="208307"/>
                <a:chOff x="2422689" y="895546"/>
                <a:chExt cx="641022" cy="641022"/>
              </a:xfrm>
            </p:grpSpPr>
            <p:sp>
              <p:nvSpPr>
                <p:cNvPr id="324" name="타원 323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5" name="타원 324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5" name="그룹 284"/>
              <p:cNvGrpSpPr/>
              <p:nvPr/>
            </p:nvGrpSpPr>
            <p:grpSpPr>
              <a:xfrm rot="9261150">
                <a:off x="7792255" y="4596048"/>
                <a:ext cx="219938" cy="187460"/>
                <a:chOff x="2422689" y="895546"/>
                <a:chExt cx="641022" cy="641022"/>
              </a:xfrm>
            </p:grpSpPr>
            <p:sp>
              <p:nvSpPr>
                <p:cNvPr id="322" name="타원 32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3" name="타원 32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6" name="그룹 285"/>
              <p:cNvGrpSpPr/>
              <p:nvPr/>
            </p:nvGrpSpPr>
            <p:grpSpPr>
              <a:xfrm rot="9261150">
                <a:off x="8473833" y="4760384"/>
                <a:ext cx="166781" cy="142153"/>
                <a:chOff x="2422689" y="895546"/>
                <a:chExt cx="641022" cy="641022"/>
              </a:xfrm>
            </p:grpSpPr>
            <p:sp>
              <p:nvSpPr>
                <p:cNvPr id="320" name="타원 319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1" name="타원 32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7" name="그룹 286"/>
              <p:cNvGrpSpPr/>
              <p:nvPr/>
            </p:nvGrpSpPr>
            <p:grpSpPr>
              <a:xfrm rot="12338850" flipV="1">
                <a:off x="8702356" y="4709734"/>
                <a:ext cx="166781" cy="142153"/>
                <a:chOff x="2422689" y="895546"/>
                <a:chExt cx="641022" cy="641022"/>
              </a:xfrm>
            </p:grpSpPr>
            <p:sp>
              <p:nvSpPr>
                <p:cNvPr id="318" name="타원 317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9" name="타원 318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8" name="그룹 287"/>
              <p:cNvGrpSpPr/>
              <p:nvPr/>
            </p:nvGrpSpPr>
            <p:grpSpPr>
              <a:xfrm rot="14661150">
                <a:off x="8405864" y="4531613"/>
                <a:ext cx="140414" cy="119680"/>
                <a:chOff x="2422689" y="895546"/>
                <a:chExt cx="641022" cy="641022"/>
              </a:xfrm>
            </p:grpSpPr>
            <p:sp>
              <p:nvSpPr>
                <p:cNvPr id="316" name="타원 315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7" name="타원 316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89" name="그룹 288"/>
              <p:cNvGrpSpPr/>
              <p:nvPr/>
            </p:nvGrpSpPr>
            <p:grpSpPr>
              <a:xfrm rot="3861150">
                <a:off x="8056983" y="4506745"/>
                <a:ext cx="164821" cy="140482"/>
                <a:chOff x="2422689" y="895546"/>
                <a:chExt cx="641022" cy="641022"/>
              </a:xfrm>
            </p:grpSpPr>
            <p:sp>
              <p:nvSpPr>
                <p:cNvPr id="314" name="타원 313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5" name="타원 314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0" name="그룹 289"/>
              <p:cNvGrpSpPr/>
              <p:nvPr/>
            </p:nvGrpSpPr>
            <p:grpSpPr>
              <a:xfrm rot="3861150">
                <a:off x="7813597" y="4367950"/>
                <a:ext cx="164821" cy="140482"/>
                <a:chOff x="2422689" y="895546"/>
                <a:chExt cx="641022" cy="641022"/>
              </a:xfrm>
            </p:grpSpPr>
            <p:sp>
              <p:nvSpPr>
                <p:cNvPr id="312" name="타원 311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3" name="타원 312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1" name="그룹 290"/>
              <p:cNvGrpSpPr/>
              <p:nvPr/>
            </p:nvGrpSpPr>
            <p:grpSpPr>
              <a:xfrm rot="1595295">
                <a:off x="8455841" y="4255483"/>
                <a:ext cx="124665" cy="152239"/>
                <a:chOff x="2422689" y="895546"/>
                <a:chExt cx="641022" cy="641022"/>
              </a:xfrm>
            </p:grpSpPr>
            <p:sp>
              <p:nvSpPr>
                <p:cNvPr id="310" name="타원 309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1" name="타원 310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2" name="그룹 291"/>
              <p:cNvGrpSpPr/>
              <p:nvPr/>
            </p:nvGrpSpPr>
            <p:grpSpPr>
              <a:xfrm rot="1595295">
                <a:off x="8097051" y="4284028"/>
                <a:ext cx="124665" cy="152239"/>
                <a:chOff x="2422689" y="895546"/>
                <a:chExt cx="641022" cy="641022"/>
              </a:xfrm>
            </p:grpSpPr>
            <p:sp>
              <p:nvSpPr>
                <p:cNvPr id="308" name="타원 307"/>
                <p:cNvSpPr/>
                <p:nvPr/>
              </p:nvSpPr>
              <p:spPr>
                <a:xfrm>
                  <a:off x="2422689" y="895546"/>
                  <a:ext cx="641022" cy="641022"/>
                </a:xfrm>
                <a:prstGeom prst="ellipse">
                  <a:avLst/>
                </a:prstGeom>
                <a:solidFill>
                  <a:schemeClr val="accent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9" name="타원 308"/>
                <p:cNvSpPr/>
                <p:nvPr/>
              </p:nvSpPr>
              <p:spPr>
                <a:xfrm>
                  <a:off x="2611224" y="971746"/>
                  <a:ext cx="263951" cy="48862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93" name="TextBox 292"/>
              <p:cNvSpPr txBox="1"/>
              <p:nvPr/>
            </p:nvSpPr>
            <p:spPr>
              <a:xfrm>
                <a:off x="8512736" y="3289111"/>
                <a:ext cx="564844" cy="263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smtClean="0">
                    <a:solidFill>
                      <a:schemeClr val="bg1"/>
                    </a:solidFill>
                    <a:latin typeface="휴먼옛체" panose="02030504000101010101" pitchFamily="18" charset="-127"/>
                    <a:ea typeface="휴먼옛체" panose="02030504000101010101" pitchFamily="18" charset="-127"/>
                  </a:rPr>
                  <a:t>大起</a:t>
                </a:r>
                <a:endParaRPr lang="ko-KR" altLang="en-US" sz="1400">
                  <a:solidFill>
                    <a:schemeClr val="bg1"/>
                  </a:solidFill>
                  <a:latin typeface="휴먼옛체" panose="02030504000101010101" pitchFamily="18" charset="-127"/>
                  <a:ea typeface="휴먼옛체" panose="02030504000101010101" pitchFamily="18" charset="-127"/>
                </a:endParaRPr>
              </a:p>
            </p:txBody>
          </p:sp>
          <p:grpSp>
            <p:nvGrpSpPr>
              <p:cNvPr id="294" name="그룹 293"/>
              <p:cNvGrpSpPr/>
              <p:nvPr/>
            </p:nvGrpSpPr>
            <p:grpSpPr>
              <a:xfrm>
                <a:off x="7567510" y="5073038"/>
                <a:ext cx="682479" cy="250645"/>
                <a:chOff x="1239276" y="4085321"/>
                <a:chExt cx="682479" cy="250645"/>
              </a:xfrm>
            </p:grpSpPr>
            <p:grpSp>
              <p:nvGrpSpPr>
                <p:cNvPr id="302" name="그룹 301"/>
                <p:cNvGrpSpPr/>
                <p:nvPr/>
              </p:nvGrpSpPr>
              <p:grpSpPr>
                <a:xfrm>
                  <a:off x="1357110" y="4085321"/>
                  <a:ext cx="564645" cy="248201"/>
                  <a:chOff x="1366537" y="3953343"/>
                  <a:chExt cx="564645" cy="248201"/>
                </a:xfrm>
              </p:grpSpPr>
              <p:sp>
                <p:nvSpPr>
                  <p:cNvPr id="306" name="사다리꼴 305"/>
                  <p:cNvSpPr/>
                  <p:nvPr/>
                </p:nvSpPr>
                <p:spPr>
                  <a:xfrm>
                    <a:off x="1366537" y="3957183"/>
                    <a:ext cx="466214" cy="244361"/>
                  </a:xfrm>
                  <a:prstGeom prst="trapezoid">
                    <a:avLst>
                      <a:gd name="adj" fmla="val 44958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7" name="직사각형 306"/>
                  <p:cNvSpPr/>
                  <p:nvPr/>
                </p:nvSpPr>
                <p:spPr>
                  <a:xfrm>
                    <a:off x="1635987" y="3953343"/>
                    <a:ext cx="295195" cy="246336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03" name="직각 삼각형 302"/>
                <p:cNvSpPr/>
                <p:nvPr/>
              </p:nvSpPr>
              <p:spPr>
                <a:xfrm flipH="1">
                  <a:off x="1239276" y="4210971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4" name="직각 삼각형 303"/>
                <p:cNvSpPr/>
                <p:nvPr/>
              </p:nvSpPr>
              <p:spPr>
                <a:xfrm flipH="1">
                  <a:off x="1391676" y="421253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5" name="직각 삼각형 304"/>
                <p:cNvSpPr/>
                <p:nvPr/>
              </p:nvSpPr>
              <p:spPr>
                <a:xfrm flipH="1">
                  <a:off x="1544076" y="421410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5" name="그룹 294"/>
              <p:cNvGrpSpPr/>
              <p:nvPr/>
            </p:nvGrpSpPr>
            <p:grpSpPr>
              <a:xfrm flipH="1">
                <a:off x="8407433" y="5095732"/>
                <a:ext cx="682479" cy="250645"/>
                <a:chOff x="1239276" y="4085321"/>
                <a:chExt cx="682479" cy="250645"/>
              </a:xfrm>
            </p:grpSpPr>
            <p:grpSp>
              <p:nvGrpSpPr>
                <p:cNvPr id="296" name="그룹 295"/>
                <p:cNvGrpSpPr/>
                <p:nvPr/>
              </p:nvGrpSpPr>
              <p:grpSpPr>
                <a:xfrm>
                  <a:off x="1357110" y="4085321"/>
                  <a:ext cx="564645" cy="248201"/>
                  <a:chOff x="1366537" y="3953343"/>
                  <a:chExt cx="564645" cy="248201"/>
                </a:xfrm>
              </p:grpSpPr>
              <p:sp>
                <p:nvSpPr>
                  <p:cNvPr id="300" name="사다리꼴 299"/>
                  <p:cNvSpPr/>
                  <p:nvPr/>
                </p:nvSpPr>
                <p:spPr>
                  <a:xfrm>
                    <a:off x="1366537" y="3957183"/>
                    <a:ext cx="466214" cy="244361"/>
                  </a:xfrm>
                  <a:prstGeom prst="trapezoid">
                    <a:avLst>
                      <a:gd name="adj" fmla="val 44958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1" name="직사각형 300"/>
                  <p:cNvSpPr/>
                  <p:nvPr/>
                </p:nvSpPr>
                <p:spPr>
                  <a:xfrm>
                    <a:off x="1635987" y="3953343"/>
                    <a:ext cx="295195" cy="246336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97" name="직각 삼각형 296"/>
                <p:cNvSpPr/>
                <p:nvPr/>
              </p:nvSpPr>
              <p:spPr>
                <a:xfrm flipH="1">
                  <a:off x="1239276" y="4210971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8" name="직각 삼각형 297"/>
                <p:cNvSpPr/>
                <p:nvPr/>
              </p:nvSpPr>
              <p:spPr>
                <a:xfrm flipH="1">
                  <a:off x="1391676" y="421253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9" name="직각 삼각형 298"/>
                <p:cNvSpPr/>
                <p:nvPr/>
              </p:nvSpPr>
              <p:spPr>
                <a:xfrm flipH="1">
                  <a:off x="1544076" y="4214109"/>
                  <a:ext cx="216811" cy="121857"/>
                </a:xfrm>
                <a:prstGeom prst="rtTriangl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60" name="직사각형 359"/>
              <p:cNvSpPr/>
              <p:nvPr/>
            </p:nvSpPr>
            <p:spPr>
              <a:xfrm rot="21589698" flipH="1">
                <a:off x="9372560" y="1405493"/>
                <a:ext cx="72232" cy="2509926"/>
              </a:xfrm>
              <a:prstGeom prst="rect">
                <a:avLst/>
              </a:prstGeom>
              <a:solidFill>
                <a:srgbClr val="8835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1" name="직사각형 360"/>
              <p:cNvSpPr/>
              <p:nvPr/>
            </p:nvSpPr>
            <p:spPr>
              <a:xfrm rot="18067674">
                <a:off x="9139744" y="1821374"/>
                <a:ext cx="74421" cy="581823"/>
              </a:xfrm>
              <a:prstGeom prst="rect">
                <a:avLst/>
              </a:prstGeom>
              <a:solidFill>
                <a:srgbClr val="8835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2" name="눈물 방울 361"/>
              <p:cNvSpPr/>
              <p:nvPr/>
            </p:nvSpPr>
            <p:spPr>
              <a:xfrm rot="17168984">
                <a:off x="8737573" y="1811321"/>
                <a:ext cx="274156" cy="274156"/>
              </a:xfrm>
              <a:prstGeom prst="teardrop">
                <a:avLst>
                  <a:gd name="adj" fmla="val 143425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3" name="눈물 방울 362"/>
              <p:cNvSpPr/>
              <p:nvPr/>
            </p:nvSpPr>
            <p:spPr>
              <a:xfrm rot="579797">
                <a:off x="9409223" y="2358872"/>
                <a:ext cx="266354" cy="262974"/>
              </a:xfrm>
              <a:prstGeom prst="teardrop">
                <a:avLst>
                  <a:gd name="adj" fmla="val 200000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64" name="그룹 363"/>
              <p:cNvGrpSpPr/>
              <p:nvPr/>
            </p:nvGrpSpPr>
            <p:grpSpPr>
              <a:xfrm rot="18762646">
                <a:off x="9157225" y="1266934"/>
                <a:ext cx="412723" cy="425013"/>
                <a:chOff x="3250625" y="461892"/>
                <a:chExt cx="2116134" cy="2170231"/>
              </a:xfrm>
              <a:effectLst>
                <a:glow rad="101600">
                  <a:srgbClr val="FF93F0">
                    <a:alpha val="60000"/>
                  </a:srgbClr>
                </a:glow>
              </a:effectLst>
            </p:grpSpPr>
            <p:sp>
              <p:nvSpPr>
                <p:cNvPr id="366" name="눈물 방울 365"/>
                <p:cNvSpPr/>
                <p:nvPr/>
              </p:nvSpPr>
              <p:spPr>
                <a:xfrm rot="6173896">
                  <a:off x="4240804" y="1586171"/>
                  <a:ext cx="1038909" cy="1025728"/>
                </a:xfrm>
                <a:prstGeom prst="teardrop">
                  <a:avLst>
                    <a:gd name="adj" fmla="val 200000"/>
                  </a:avLst>
                </a:prstGeom>
                <a:solidFill>
                  <a:srgbClr val="FF93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7" name="눈물 방울 366"/>
                <p:cNvSpPr/>
                <p:nvPr/>
              </p:nvSpPr>
              <p:spPr>
                <a:xfrm rot="9314387">
                  <a:off x="3593294" y="1606395"/>
                  <a:ext cx="1038909" cy="1025728"/>
                </a:xfrm>
                <a:prstGeom prst="teardrop">
                  <a:avLst>
                    <a:gd name="adj" fmla="val 200000"/>
                  </a:avLst>
                </a:prstGeom>
                <a:solidFill>
                  <a:srgbClr val="FF93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8" name="눈물 방울 367"/>
                <p:cNvSpPr/>
                <p:nvPr/>
              </p:nvSpPr>
              <p:spPr>
                <a:xfrm rot="14365618">
                  <a:off x="3244034" y="902874"/>
                  <a:ext cx="1038909" cy="1025728"/>
                </a:xfrm>
                <a:prstGeom prst="teardrop">
                  <a:avLst>
                    <a:gd name="adj" fmla="val 200000"/>
                  </a:avLst>
                </a:prstGeom>
                <a:solidFill>
                  <a:srgbClr val="FF93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9" name="눈물 방울 368"/>
                <p:cNvSpPr/>
                <p:nvPr/>
              </p:nvSpPr>
              <p:spPr>
                <a:xfrm rot="18789350">
                  <a:off x="3886812" y="468483"/>
                  <a:ext cx="1038909" cy="1025728"/>
                </a:xfrm>
                <a:prstGeom prst="teardrop">
                  <a:avLst>
                    <a:gd name="adj" fmla="val 200000"/>
                  </a:avLst>
                </a:prstGeom>
                <a:solidFill>
                  <a:srgbClr val="FF93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0" name="눈물 방울 369"/>
                <p:cNvSpPr/>
                <p:nvPr/>
              </p:nvSpPr>
              <p:spPr>
                <a:xfrm rot="1659305">
                  <a:off x="4327850" y="820274"/>
                  <a:ext cx="1038909" cy="1025728"/>
                </a:xfrm>
                <a:prstGeom prst="teardrop">
                  <a:avLst>
                    <a:gd name="adj" fmla="val 200000"/>
                  </a:avLst>
                </a:prstGeom>
                <a:solidFill>
                  <a:srgbClr val="FF93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65" name="타원 364"/>
              <p:cNvSpPr/>
              <p:nvPr/>
            </p:nvSpPr>
            <p:spPr>
              <a:xfrm rot="18284507">
                <a:off x="9352240" y="1389163"/>
                <a:ext cx="140480" cy="1404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043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휴먼옛체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 진우</dc:creator>
  <cp:lastModifiedBy>장 진우</cp:lastModifiedBy>
  <cp:revision>6</cp:revision>
  <dcterms:created xsi:type="dcterms:W3CDTF">2020-11-21T08:09:22Z</dcterms:created>
  <dcterms:modified xsi:type="dcterms:W3CDTF">2020-11-28T06:15:37Z</dcterms:modified>
</cp:coreProperties>
</file>