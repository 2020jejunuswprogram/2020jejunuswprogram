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B3B"/>
    <a:srgbClr val="000000"/>
    <a:srgbClr val="AFABAB"/>
    <a:srgbClr val="FF3F3F"/>
    <a:srgbClr val="F6BCFC"/>
    <a:srgbClr val="FF33CC"/>
    <a:srgbClr val="EE83F9"/>
    <a:srgbClr val="640000"/>
    <a:srgbClr val="823104"/>
    <a:srgbClr val="4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6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5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13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97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090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53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47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95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47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83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69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2986-F769-42C0-902C-DD6C1734498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D9D5C-DBE6-4E05-A0E6-74C17060B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8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929593" y="519987"/>
            <a:ext cx="485421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200" smtClean="0"/>
              <a:t>△ ◁ ▽ ▷</a:t>
            </a:r>
            <a:endParaRPr lang="ko-KR" altLang="en-US" sz="7200"/>
          </a:p>
        </p:txBody>
      </p:sp>
    </p:spTree>
    <p:extLst>
      <p:ext uri="{BB962C8B-B14F-4D97-AF65-F5344CB8AC3E}">
        <p14:creationId xmlns:p14="http://schemas.microsoft.com/office/powerpoint/2010/main" val="300362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04056" y="464073"/>
            <a:ext cx="909576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0" smtClean="0"/>
              <a:t>ම       ♡       </a:t>
            </a:r>
            <a:r>
              <a:rPr lang="ko-KR" altLang="en-US" sz="6000"/>
              <a:t>ㅡ </a:t>
            </a:r>
            <a:r>
              <a:rPr lang="ko-KR" altLang="en-US" sz="6000" smtClean="0"/>
              <a:t>      ㅣ </a:t>
            </a:r>
            <a:endParaRPr lang="ko-KR" altLang="en-US" sz="6000"/>
          </a:p>
        </p:txBody>
      </p:sp>
      <p:grpSp>
        <p:nvGrpSpPr>
          <p:cNvPr id="62" name="그룹 61"/>
          <p:cNvGrpSpPr/>
          <p:nvPr/>
        </p:nvGrpSpPr>
        <p:grpSpPr>
          <a:xfrm>
            <a:off x="9688459" y="1649520"/>
            <a:ext cx="1453704" cy="1926954"/>
            <a:chOff x="9407950" y="2387129"/>
            <a:chExt cx="2102177" cy="2786536"/>
          </a:xfrm>
        </p:grpSpPr>
        <p:sp>
          <p:nvSpPr>
            <p:cNvPr id="56" name="사다리꼴 55"/>
            <p:cNvSpPr/>
            <p:nvPr/>
          </p:nvSpPr>
          <p:spPr>
            <a:xfrm rot="21433690">
              <a:off x="10603530" y="4384355"/>
              <a:ext cx="557299" cy="741208"/>
            </a:xfrm>
            <a:prstGeom prst="trapezoid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사다리꼴 53"/>
            <p:cNvSpPr/>
            <p:nvPr/>
          </p:nvSpPr>
          <p:spPr>
            <a:xfrm rot="182230">
              <a:off x="9739800" y="4374320"/>
              <a:ext cx="557299" cy="741208"/>
            </a:xfrm>
            <a:prstGeom prst="trapezoid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5" name="그룹 54"/>
            <p:cNvGrpSpPr/>
            <p:nvPr/>
          </p:nvGrpSpPr>
          <p:grpSpPr>
            <a:xfrm>
              <a:off x="9407950" y="2387129"/>
              <a:ext cx="2102177" cy="2500788"/>
              <a:chOff x="9407950" y="2387129"/>
              <a:chExt cx="2102177" cy="2500788"/>
            </a:xfrm>
          </p:grpSpPr>
          <p:sp>
            <p:nvSpPr>
              <p:cNvPr id="35" name="정오각형 34"/>
              <p:cNvSpPr/>
              <p:nvPr/>
            </p:nvSpPr>
            <p:spPr>
              <a:xfrm flipV="1">
                <a:off x="9407950" y="2387129"/>
                <a:ext cx="2102177" cy="2500788"/>
              </a:xfrm>
              <a:prstGeom prst="pentagon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정오각형 35"/>
              <p:cNvSpPr/>
              <p:nvPr/>
            </p:nvSpPr>
            <p:spPr>
              <a:xfrm flipV="1">
                <a:off x="9560351" y="2539529"/>
                <a:ext cx="1789522" cy="2128848"/>
              </a:xfrm>
              <a:prstGeom prst="pentagon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이등변 삼각형 36"/>
              <p:cNvSpPr/>
              <p:nvPr/>
            </p:nvSpPr>
            <p:spPr>
              <a:xfrm rot="6313326">
                <a:off x="9441857" y="2909171"/>
                <a:ext cx="1322381" cy="777274"/>
              </a:xfrm>
              <a:prstGeom prst="triangle">
                <a:avLst>
                  <a:gd name="adj" fmla="val 6286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이등변 삼각형 37"/>
              <p:cNvSpPr/>
              <p:nvPr/>
            </p:nvSpPr>
            <p:spPr>
              <a:xfrm rot="15286674" flipH="1">
                <a:off x="10140078" y="2910488"/>
                <a:ext cx="1322381" cy="777274"/>
              </a:xfrm>
              <a:prstGeom prst="triangle">
                <a:avLst>
                  <a:gd name="adj" fmla="val 6286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이등변 삼각형 38"/>
              <p:cNvSpPr/>
              <p:nvPr/>
            </p:nvSpPr>
            <p:spPr>
              <a:xfrm rot="11865293" flipH="1">
                <a:off x="10251822" y="3670174"/>
                <a:ext cx="967826" cy="1048774"/>
              </a:xfrm>
              <a:prstGeom prst="triangle">
                <a:avLst>
                  <a:gd name="adj" fmla="val 375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3" name="그룹 42"/>
              <p:cNvGrpSpPr/>
              <p:nvPr/>
            </p:nvGrpSpPr>
            <p:grpSpPr>
              <a:xfrm>
                <a:off x="10059744" y="2965318"/>
                <a:ext cx="279104" cy="453053"/>
                <a:chOff x="10059744" y="2927610"/>
                <a:chExt cx="279104" cy="453053"/>
              </a:xfrm>
            </p:grpSpPr>
            <p:sp>
              <p:nvSpPr>
                <p:cNvPr id="41" name="타원 40"/>
                <p:cNvSpPr/>
                <p:nvPr/>
              </p:nvSpPr>
              <p:spPr>
                <a:xfrm>
                  <a:off x="10059744" y="2927610"/>
                  <a:ext cx="279104" cy="45305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타원 41"/>
                <p:cNvSpPr/>
                <p:nvPr/>
              </p:nvSpPr>
              <p:spPr>
                <a:xfrm>
                  <a:off x="10180663" y="3007103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4" name="그룹 43"/>
              <p:cNvGrpSpPr/>
              <p:nvPr/>
            </p:nvGrpSpPr>
            <p:grpSpPr>
              <a:xfrm>
                <a:off x="10552240" y="2974745"/>
                <a:ext cx="279104" cy="453053"/>
                <a:chOff x="10059744" y="2927610"/>
                <a:chExt cx="279104" cy="453053"/>
              </a:xfrm>
            </p:grpSpPr>
            <p:sp>
              <p:nvSpPr>
                <p:cNvPr id="45" name="타원 44"/>
                <p:cNvSpPr/>
                <p:nvPr/>
              </p:nvSpPr>
              <p:spPr>
                <a:xfrm>
                  <a:off x="10059744" y="2927610"/>
                  <a:ext cx="279104" cy="45305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10180663" y="3007103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7" name="직사각형 46"/>
              <p:cNvSpPr/>
              <p:nvPr/>
            </p:nvSpPr>
            <p:spPr>
              <a:xfrm>
                <a:off x="9973779" y="2924556"/>
                <a:ext cx="406311" cy="10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10495404" y="2918124"/>
                <a:ext cx="406311" cy="10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3" name="그룹 52"/>
              <p:cNvGrpSpPr/>
              <p:nvPr/>
            </p:nvGrpSpPr>
            <p:grpSpPr>
              <a:xfrm>
                <a:off x="9762394" y="3480125"/>
                <a:ext cx="1357436" cy="806567"/>
                <a:chOff x="9762394" y="3480125"/>
                <a:chExt cx="1357436" cy="806567"/>
              </a:xfrm>
            </p:grpSpPr>
            <p:sp>
              <p:nvSpPr>
                <p:cNvPr id="50" name="현 49"/>
                <p:cNvSpPr/>
                <p:nvPr/>
              </p:nvSpPr>
              <p:spPr>
                <a:xfrm>
                  <a:off x="9938105" y="3480125"/>
                  <a:ext cx="1035446" cy="806567"/>
                </a:xfrm>
                <a:prstGeom prst="chord">
                  <a:avLst>
                    <a:gd name="adj1" fmla="val 12065296"/>
                    <a:gd name="adj2" fmla="val 20368992"/>
                  </a:avLst>
                </a:prstGeom>
                <a:solidFill>
                  <a:srgbClr val="46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평행 사변형 50"/>
                <p:cNvSpPr/>
                <p:nvPr/>
              </p:nvSpPr>
              <p:spPr>
                <a:xfrm>
                  <a:off x="9762394" y="3604993"/>
                  <a:ext cx="873803" cy="227549"/>
                </a:xfrm>
                <a:prstGeom prst="parallelogram">
                  <a:avLst>
                    <a:gd name="adj" fmla="val 170356"/>
                  </a:avLst>
                </a:prstGeom>
                <a:solidFill>
                  <a:srgbClr val="46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평행 사변형 51"/>
                <p:cNvSpPr/>
                <p:nvPr/>
              </p:nvSpPr>
              <p:spPr>
                <a:xfrm flipH="1">
                  <a:off x="10246027" y="3589016"/>
                  <a:ext cx="873803" cy="227549"/>
                </a:xfrm>
                <a:prstGeom prst="parallelogram">
                  <a:avLst>
                    <a:gd name="adj" fmla="val 170356"/>
                  </a:avLst>
                </a:prstGeom>
                <a:solidFill>
                  <a:srgbClr val="46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0" name="정오각형 39"/>
              <p:cNvSpPr/>
              <p:nvPr/>
            </p:nvSpPr>
            <p:spPr>
              <a:xfrm flipV="1">
                <a:off x="10338848" y="3373677"/>
                <a:ext cx="232527" cy="276618"/>
              </a:xfrm>
              <a:prstGeom prst="pentagon">
                <a:avLst/>
              </a:prstGeom>
              <a:solidFill>
                <a:srgbClr val="82310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7" name="사다리꼴 56"/>
            <p:cNvSpPr/>
            <p:nvPr/>
          </p:nvSpPr>
          <p:spPr>
            <a:xfrm rot="182230">
              <a:off x="9597258" y="4847485"/>
              <a:ext cx="728169" cy="303593"/>
            </a:xfrm>
            <a:prstGeom prst="trapezoid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사다리꼴 57"/>
            <p:cNvSpPr/>
            <p:nvPr/>
          </p:nvSpPr>
          <p:spPr>
            <a:xfrm rot="21417770" flipH="1">
              <a:off x="10578906" y="4870072"/>
              <a:ext cx="728169" cy="303593"/>
            </a:xfrm>
            <a:prstGeom prst="trapezoid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4402780" y="1591977"/>
            <a:ext cx="1675948" cy="2262207"/>
            <a:chOff x="4261423" y="2444182"/>
            <a:chExt cx="1818234" cy="2454266"/>
          </a:xfrm>
        </p:grpSpPr>
        <p:grpSp>
          <p:nvGrpSpPr>
            <p:cNvPr id="19" name="그룹 18"/>
            <p:cNvGrpSpPr/>
            <p:nvPr/>
          </p:nvGrpSpPr>
          <p:grpSpPr>
            <a:xfrm rot="21004966">
              <a:off x="4261423" y="2444182"/>
              <a:ext cx="1818234" cy="2454266"/>
              <a:chOff x="4112187" y="3032038"/>
              <a:chExt cx="1818234" cy="2454266"/>
            </a:xfrm>
          </p:grpSpPr>
          <p:grpSp>
            <p:nvGrpSpPr>
              <p:cNvPr id="15" name="그룹 14"/>
              <p:cNvGrpSpPr/>
              <p:nvPr/>
            </p:nvGrpSpPr>
            <p:grpSpPr>
              <a:xfrm rot="1507183">
                <a:off x="4112187" y="4315117"/>
                <a:ext cx="509048" cy="981609"/>
                <a:chOff x="1838226" y="1340119"/>
                <a:chExt cx="509048" cy="981609"/>
              </a:xfrm>
            </p:grpSpPr>
            <p:sp>
              <p:nvSpPr>
                <p:cNvPr id="13" name="직사각형 12"/>
                <p:cNvSpPr/>
                <p:nvPr/>
              </p:nvSpPr>
              <p:spPr>
                <a:xfrm>
                  <a:off x="2092751" y="1340119"/>
                  <a:ext cx="226243" cy="790339"/>
                </a:xfrm>
                <a:prstGeom prst="rect">
                  <a:avLst/>
                </a:prstGeom>
                <a:solidFill>
                  <a:srgbClr val="EE83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현 13"/>
                <p:cNvSpPr/>
                <p:nvPr/>
              </p:nvSpPr>
              <p:spPr>
                <a:xfrm rot="6734219">
                  <a:off x="1838226" y="1812680"/>
                  <a:ext cx="509048" cy="509048"/>
                </a:xfrm>
                <a:prstGeom prst="chord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" name="하트 4"/>
              <p:cNvSpPr/>
              <p:nvPr/>
            </p:nvSpPr>
            <p:spPr>
              <a:xfrm rot="802409">
                <a:off x="4132023" y="3032038"/>
                <a:ext cx="1798398" cy="1917583"/>
              </a:xfrm>
              <a:prstGeom prst="heart">
                <a:avLst/>
              </a:prstGeom>
              <a:solidFill>
                <a:srgbClr val="F6BC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4490572" y="3269792"/>
                <a:ext cx="490194" cy="4901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4633548" y="3341280"/>
                <a:ext cx="347218" cy="34721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5250921" y="3435283"/>
                <a:ext cx="490194" cy="4901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5393897" y="3506771"/>
                <a:ext cx="347218" cy="34721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하트 9"/>
              <p:cNvSpPr/>
              <p:nvPr/>
            </p:nvSpPr>
            <p:spPr>
              <a:xfrm rot="16555424">
                <a:off x="4771537" y="3834936"/>
                <a:ext cx="471340" cy="520048"/>
              </a:xfrm>
              <a:prstGeom prst="hear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 rot="19485819">
                <a:off x="5123699" y="4504695"/>
                <a:ext cx="509048" cy="981609"/>
                <a:chOff x="1838226" y="1340119"/>
                <a:chExt cx="509048" cy="981609"/>
              </a:xfrm>
            </p:grpSpPr>
            <p:sp>
              <p:nvSpPr>
                <p:cNvPr id="17" name="직사각형 16"/>
                <p:cNvSpPr/>
                <p:nvPr/>
              </p:nvSpPr>
              <p:spPr>
                <a:xfrm>
                  <a:off x="2092751" y="1340119"/>
                  <a:ext cx="226243" cy="790339"/>
                </a:xfrm>
                <a:prstGeom prst="rect">
                  <a:avLst/>
                </a:prstGeom>
                <a:solidFill>
                  <a:srgbClr val="EE83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현 17"/>
                <p:cNvSpPr/>
                <p:nvPr/>
              </p:nvSpPr>
              <p:spPr>
                <a:xfrm rot="6734219">
                  <a:off x="1838226" y="1812680"/>
                  <a:ext cx="509048" cy="509048"/>
                </a:xfrm>
                <a:prstGeom prst="chord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74" name="타원 73"/>
            <p:cNvSpPr/>
            <p:nvPr/>
          </p:nvSpPr>
          <p:spPr>
            <a:xfrm>
              <a:off x="4852566" y="2872814"/>
              <a:ext cx="114359" cy="1143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/>
            <p:cNvSpPr/>
            <p:nvPr/>
          </p:nvSpPr>
          <p:spPr>
            <a:xfrm>
              <a:off x="5608282" y="2912091"/>
              <a:ext cx="114359" cy="1143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1137237" y="1722910"/>
            <a:ext cx="2168165" cy="2132566"/>
            <a:chOff x="1391275" y="2559304"/>
            <a:chExt cx="2168165" cy="2132566"/>
          </a:xfrm>
        </p:grpSpPr>
        <p:grpSp>
          <p:nvGrpSpPr>
            <p:cNvPr id="34" name="그룹 33"/>
            <p:cNvGrpSpPr/>
            <p:nvPr/>
          </p:nvGrpSpPr>
          <p:grpSpPr>
            <a:xfrm>
              <a:off x="1391275" y="2559304"/>
              <a:ext cx="2168165" cy="2132566"/>
              <a:chOff x="1634181" y="2550021"/>
              <a:chExt cx="2168165" cy="2132566"/>
            </a:xfrm>
          </p:grpSpPr>
          <p:sp>
            <p:nvSpPr>
              <p:cNvPr id="31" name="번개 30"/>
              <p:cNvSpPr/>
              <p:nvPr/>
            </p:nvSpPr>
            <p:spPr>
              <a:xfrm>
                <a:off x="2243579" y="3660640"/>
                <a:ext cx="409981" cy="409981"/>
              </a:xfrm>
              <a:prstGeom prst="lightningBol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번개 31"/>
              <p:cNvSpPr/>
              <p:nvPr/>
            </p:nvSpPr>
            <p:spPr>
              <a:xfrm rot="20828198" flipH="1">
                <a:off x="3139674" y="3638471"/>
                <a:ext cx="409981" cy="409981"/>
              </a:xfrm>
              <a:prstGeom prst="lightningBol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타원 20"/>
              <p:cNvSpPr/>
              <p:nvPr/>
            </p:nvSpPr>
            <p:spPr>
              <a:xfrm>
                <a:off x="2734606" y="3494085"/>
                <a:ext cx="386235" cy="38623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7" name="그룹 26"/>
              <p:cNvGrpSpPr/>
              <p:nvPr/>
            </p:nvGrpSpPr>
            <p:grpSpPr>
              <a:xfrm>
                <a:off x="1980975" y="3212849"/>
                <a:ext cx="1706251" cy="945477"/>
                <a:chOff x="1980975" y="3212849"/>
                <a:chExt cx="1706251" cy="945477"/>
              </a:xfrm>
            </p:grpSpPr>
            <p:sp>
              <p:nvSpPr>
                <p:cNvPr id="22" name="타원 21"/>
                <p:cNvSpPr/>
                <p:nvPr/>
              </p:nvSpPr>
              <p:spPr>
                <a:xfrm rot="20896776">
                  <a:off x="1980975" y="3212849"/>
                  <a:ext cx="1706251" cy="462131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 rot="20896776">
                  <a:off x="2158153" y="3440070"/>
                  <a:ext cx="1386642" cy="375566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 rot="20896776">
                  <a:off x="2445085" y="3722911"/>
                  <a:ext cx="1012519" cy="274236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 rot="20896776">
                  <a:off x="2633293" y="3964199"/>
                  <a:ext cx="716745" cy="194127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3" name="이등변 삼각형 32"/>
              <p:cNvSpPr/>
              <p:nvPr/>
            </p:nvSpPr>
            <p:spPr>
              <a:xfrm rot="10038086">
                <a:off x="2119098" y="3261975"/>
                <a:ext cx="1647910" cy="1420612"/>
              </a:xfrm>
              <a:prstGeom prst="triangle">
                <a:avLst/>
              </a:prstGeom>
              <a:solidFill>
                <a:schemeClr val="accent5">
                  <a:alpha val="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구름 19"/>
              <p:cNvSpPr/>
              <p:nvPr/>
            </p:nvSpPr>
            <p:spPr>
              <a:xfrm rot="21010566">
                <a:off x="1634181" y="2555050"/>
                <a:ext cx="2168165" cy="1011257"/>
              </a:xfrm>
              <a:prstGeom prst="cloud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현 27"/>
              <p:cNvSpPr/>
              <p:nvPr/>
            </p:nvSpPr>
            <p:spPr>
              <a:xfrm rot="17823924">
                <a:off x="2100439" y="2736290"/>
                <a:ext cx="600144" cy="600144"/>
              </a:xfrm>
              <a:prstGeom prst="chord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현 28"/>
              <p:cNvSpPr/>
              <p:nvPr/>
            </p:nvSpPr>
            <p:spPr>
              <a:xfrm rot="1654515" flipH="1">
                <a:off x="2758381" y="2550021"/>
                <a:ext cx="600144" cy="600144"/>
              </a:xfrm>
              <a:prstGeom prst="chord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L 도형 29"/>
              <p:cNvSpPr/>
              <p:nvPr/>
            </p:nvSpPr>
            <p:spPr>
              <a:xfrm rot="7190307">
                <a:off x="2696532" y="3154394"/>
                <a:ext cx="217820" cy="217820"/>
              </a:xfrm>
              <a:prstGeom prst="corner">
                <a:avLst>
                  <a:gd name="adj1" fmla="val 20320"/>
                  <a:gd name="adj2" fmla="val 23018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8" name="직사각형 77"/>
            <p:cNvSpPr/>
            <p:nvPr/>
          </p:nvSpPr>
          <p:spPr>
            <a:xfrm rot="242566">
              <a:off x="2234204" y="2983676"/>
              <a:ext cx="196785" cy="4571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/>
            <p:cNvSpPr/>
            <p:nvPr/>
          </p:nvSpPr>
          <p:spPr>
            <a:xfrm rot="19260187" flipV="1">
              <a:off x="2841347" y="2706717"/>
              <a:ext cx="196785" cy="4571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7026863" y="1341726"/>
            <a:ext cx="1438402" cy="2862131"/>
            <a:chOff x="6728020" y="1941700"/>
            <a:chExt cx="2111253" cy="4200969"/>
          </a:xfrm>
        </p:grpSpPr>
        <p:sp>
          <p:nvSpPr>
            <p:cNvPr id="93" name="원호 92"/>
            <p:cNvSpPr/>
            <p:nvPr/>
          </p:nvSpPr>
          <p:spPr>
            <a:xfrm flipV="1">
              <a:off x="6728020" y="2523353"/>
              <a:ext cx="1835889" cy="1366473"/>
            </a:xfrm>
            <a:prstGeom prst="arc">
              <a:avLst>
                <a:gd name="adj1" fmla="val 12863038"/>
                <a:gd name="adj2" fmla="val 16049394"/>
              </a:avLst>
            </a:prstGeom>
            <a:ln w="57150">
              <a:solidFill>
                <a:srgbClr val="6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6872140" y="1941700"/>
              <a:ext cx="1967133" cy="4200969"/>
              <a:chOff x="6872140" y="1941700"/>
              <a:chExt cx="1967133" cy="4200969"/>
            </a:xfrm>
          </p:grpSpPr>
          <p:grpSp>
            <p:nvGrpSpPr>
              <p:cNvPr id="73" name="그룹 72"/>
              <p:cNvGrpSpPr/>
              <p:nvPr/>
            </p:nvGrpSpPr>
            <p:grpSpPr>
              <a:xfrm>
                <a:off x="7446742" y="1941700"/>
                <a:ext cx="712693" cy="2893644"/>
                <a:chOff x="7603925" y="2256169"/>
                <a:chExt cx="712693" cy="2893644"/>
              </a:xfrm>
            </p:grpSpPr>
            <p:sp>
              <p:nvSpPr>
                <p:cNvPr id="63" name="직사각형 62"/>
                <p:cNvSpPr/>
                <p:nvPr/>
              </p:nvSpPr>
              <p:spPr>
                <a:xfrm>
                  <a:off x="7764190" y="3258779"/>
                  <a:ext cx="360251" cy="1891033"/>
                </a:xfrm>
                <a:prstGeom prst="rect">
                  <a:avLst/>
                </a:prstGeom>
                <a:solidFill>
                  <a:srgbClr val="46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직사각형 71"/>
                <p:cNvSpPr/>
                <p:nvPr/>
              </p:nvSpPr>
              <p:spPr>
                <a:xfrm>
                  <a:off x="7954734" y="3222863"/>
                  <a:ext cx="169707" cy="1926950"/>
                </a:xfrm>
                <a:prstGeom prst="rect">
                  <a:avLst/>
                </a:prstGeom>
                <a:solidFill>
                  <a:srgbClr val="82310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/>
                <p:cNvGrpSpPr/>
                <p:nvPr/>
              </p:nvGrpSpPr>
              <p:grpSpPr>
                <a:xfrm>
                  <a:off x="7603925" y="2256169"/>
                  <a:ext cx="712693" cy="1370986"/>
                  <a:chOff x="8255235" y="671660"/>
                  <a:chExt cx="1384185" cy="2662715"/>
                </a:xfrm>
              </p:grpSpPr>
              <p:grpSp>
                <p:nvGrpSpPr>
                  <p:cNvPr id="67" name="그룹 66"/>
                  <p:cNvGrpSpPr/>
                  <p:nvPr/>
                </p:nvGrpSpPr>
                <p:grpSpPr>
                  <a:xfrm>
                    <a:off x="8574792" y="671660"/>
                    <a:ext cx="735834" cy="2094278"/>
                    <a:chOff x="7357853" y="1456568"/>
                    <a:chExt cx="735834" cy="2094278"/>
                  </a:xfrm>
                </p:grpSpPr>
                <p:sp>
                  <p:nvSpPr>
                    <p:cNvPr id="65" name="이등변 삼각형 64"/>
                    <p:cNvSpPr/>
                    <p:nvPr/>
                  </p:nvSpPr>
                  <p:spPr>
                    <a:xfrm rot="6515850">
                      <a:off x="6511626" y="2319666"/>
                      <a:ext cx="2077407" cy="384953"/>
                    </a:xfrm>
                    <a:prstGeom prst="triangle">
                      <a:avLst/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6" name="이등변 삼각형 65"/>
                    <p:cNvSpPr/>
                    <p:nvPr/>
                  </p:nvSpPr>
                  <p:spPr>
                    <a:xfrm rot="4120065" flipH="1" flipV="1">
                      <a:off x="6862507" y="2302795"/>
                      <a:ext cx="2077407" cy="384953"/>
                    </a:xfrm>
                    <a:prstGeom prst="triangle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69" name="이등변 삼각형 68"/>
                  <p:cNvSpPr/>
                  <p:nvPr/>
                </p:nvSpPr>
                <p:spPr>
                  <a:xfrm rot="16200000">
                    <a:off x="7822935" y="2192620"/>
                    <a:ext cx="1555648" cy="691047"/>
                  </a:xfrm>
                  <a:prstGeom prst="triangle">
                    <a:avLst>
                      <a:gd name="adj" fmla="val 43334"/>
                    </a:avLst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0" name="이등변 삼각형 69"/>
                  <p:cNvSpPr/>
                  <p:nvPr/>
                </p:nvSpPr>
                <p:spPr>
                  <a:xfrm rot="5400000" flipH="1">
                    <a:off x="8505818" y="2200773"/>
                    <a:ext cx="1574057" cy="693147"/>
                  </a:xfrm>
                  <a:prstGeom prst="triangle">
                    <a:avLst>
                      <a:gd name="adj" fmla="val 48182"/>
                    </a:avLst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84" name="그룹 83"/>
              <p:cNvGrpSpPr/>
              <p:nvPr/>
            </p:nvGrpSpPr>
            <p:grpSpPr>
              <a:xfrm>
                <a:off x="7411524" y="2802761"/>
                <a:ext cx="399054" cy="525058"/>
                <a:chOff x="8091265" y="3098417"/>
                <a:chExt cx="904138" cy="1189625"/>
              </a:xfrm>
            </p:grpSpPr>
            <p:sp>
              <p:nvSpPr>
                <p:cNvPr id="82" name="타원 81"/>
                <p:cNvSpPr/>
                <p:nvPr/>
              </p:nvSpPr>
              <p:spPr>
                <a:xfrm rot="16200000">
                  <a:off x="7948521" y="3241161"/>
                  <a:ext cx="1189625" cy="9041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0" name="타원 79"/>
                <p:cNvSpPr/>
                <p:nvPr/>
              </p:nvSpPr>
              <p:spPr>
                <a:xfrm rot="16200000">
                  <a:off x="8018043" y="3305601"/>
                  <a:ext cx="1032275" cy="784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1" name="타원 80"/>
                <p:cNvSpPr/>
                <p:nvPr/>
              </p:nvSpPr>
              <p:spPr>
                <a:xfrm rot="16200000">
                  <a:off x="8440551" y="3650845"/>
                  <a:ext cx="425443" cy="32334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3" name="타원 82"/>
                <p:cNvSpPr/>
                <p:nvPr/>
              </p:nvSpPr>
              <p:spPr>
                <a:xfrm rot="16200000">
                  <a:off x="8448085" y="3564293"/>
                  <a:ext cx="248734" cy="1616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92" name="그룹 91"/>
              <p:cNvGrpSpPr/>
              <p:nvPr/>
            </p:nvGrpSpPr>
            <p:grpSpPr>
              <a:xfrm>
                <a:off x="7340195" y="4766071"/>
                <a:ext cx="914470" cy="1376598"/>
                <a:chOff x="7340195" y="4766071"/>
                <a:chExt cx="914470" cy="1376598"/>
              </a:xfrm>
            </p:grpSpPr>
            <p:sp>
              <p:nvSpPr>
                <p:cNvPr id="90" name="원호 89"/>
                <p:cNvSpPr/>
                <p:nvPr/>
              </p:nvSpPr>
              <p:spPr>
                <a:xfrm>
                  <a:off x="7340195" y="4766071"/>
                  <a:ext cx="781469" cy="1366473"/>
                </a:xfrm>
                <a:prstGeom prst="arc">
                  <a:avLst>
                    <a:gd name="adj1" fmla="val 10626575"/>
                    <a:gd name="adj2" fmla="val 16049394"/>
                  </a:avLst>
                </a:prstGeom>
                <a:ln w="57150">
                  <a:solidFill>
                    <a:srgbClr val="64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1" name="원호 90"/>
                <p:cNvSpPr/>
                <p:nvPr/>
              </p:nvSpPr>
              <p:spPr>
                <a:xfrm flipH="1">
                  <a:off x="7473196" y="4776196"/>
                  <a:ext cx="781469" cy="1366473"/>
                </a:xfrm>
                <a:prstGeom prst="arc">
                  <a:avLst>
                    <a:gd name="adj1" fmla="val 10626575"/>
                    <a:gd name="adj2" fmla="val 16049394"/>
                  </a:avLst>
                </a:prstGeom>
                <a:ln w="57150">
                  <a:solidFill>
                    <a:srgbClr val="64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5" name="원호 94"/>
              <p:cNvSpPr/>
              <p:nvPr/>
            </p:nvSpPr>
            <p:spPr>
              <a:xfrm flipH="1" flipV="1">
                <a:off x="7003384" y="2523352"/>
                <a:ext cx="1835889" cy="1366473"/>
              </a:xfrm>
              <a:prstGeom prst="arc">
                <a:avLst>
                  <a:gd name="adj1" fmla="val 12863038"/>
                  <a:gd name="adj2" fmla="val 16049394"/>
                </a:avLst>
              </a:prstGeom>
              <a:ln w="57150">
                <a:solidFill>
                  <a:srgbClr val="6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타원 95"/>
              <p:cNvSpPr/>
              <p:nvPr/>
            </p:nvSpPr>
            <p:spPr>
              <a:xfrm>
                <a:off x="6872140" y="3557991"/>
                <a:ext cx="220928" cy="22092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타원 96"/>
              <p:cNvSpPr/>
              <p:nvPr/>
            </p:nvSpPr>
            <p:spPr>
              <a:xfrm>
                <a:off x="8544097" y="3538273"/>
                <a:ext cx="220928" cy="22092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사다리꼴 97"/>
              <p:cNvSpPr/>
              <p:nvPr/>
            </p:nvSpPr>
            <p:spPr>
              <a:xfrm rot="182230">
                <a:off x="7033377" y="5360292"/>
                <a:ext cx="427006" cy="178030"/>
              </a:xfrm>
              <a:prstGeom prst="trapezoid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사다리꼴 98"/>
              <p:cNvSpPr/>
              <p:nvPr/>
            </p:nvSpPr>
            <p:spPr>
              <a:xfrm rot="21417770" flipH="1">
                <a:off x="8163851" y="5360293"/>
                <a:ext cx="427006" cy="178030"/>
              </a:xfrm>
              <a:prstGeom prst="trapezoid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직각 삼각형 99"/>
              <p:cNvSpPr/>
              <p:nvPr/>
            </p:nvSpPr>
            <p:spPr>
              <a:xfrm flipH="1">
                <a:off x="7401470" y="3105260"/>
                <a:ext cx="467807" cy="239619"/>
              </a:xfrm>
              <a:prstGeom prst="rtTriangl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5" name="그룹 84"/>
              <p:cNvGrpSpPr/>
              <p:nvPr/>
            </p:nvGrpSpPr>
            <p:grpSpPr>
              <a:xfrm>
                <a:off x="7818261" y="2804812"/>
                <a:ext cx="399054" cy="525058"/>
                <a:chOff x="8091265" y="3098417"/>
                <a:chExt cx="904138" cy="1189625"/>
              </a:xfrm>
            </p:grpSpPr>
            <p:sp>
              <p:nvSpPr>
                <p:cNvPr id="86" name="타원 85"/>
                <p:cNvSpPr/>
                <p:nvPr/>
              </p:nvSpPr>
              <p:spPr>
                <a:xfrm rot="16200000">
                  <a:off x="7948521" y="3241161"/>
                  <a:ext cx="1189625" cy="9041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7" name="타원 86"/>
                <p:cNvSpPr/>
                <p:nvPr/>
              </p:nvSpPr>
              <p:spPr>
                <a:xfrm rot="16200000">
                  <a:off x="8018043" y="3305601"/>
                  <a:ext cx="1032275" cy="784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8" name="타원 87"/>
                <p:cNvSpPr/>
                <p:nvPr/>
              </p:nvSpPr>
              <p:spPr>
                <a:xfrm rot="16200000">
                  <a:off x="8440551" y="3650845"/>
                  <a:ext cx="425443" cy="32334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9" name="타원 88"/>
                <p:cNvSpPr/>
                <p:nvPr/>
              </p:nvSpPr>
              <p:spPr>
                <a:xfrm rot="16200000">
                  <a:off x="8448085" y="3564293"/>
                  <a:ext cx="248734" cy="1616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119" name="그룹 118"/>
          <p:cNvGrpSpPr/>
          <p:nvPr/>
        </p:nvGrpSpPr>
        <p:grpSpPr>
          <a:xfrm rot="893246">
            <a:off x="1193822" y="4004318"/>
            <a:ext cx="2168165" cy="2132566"/>
            <a:chOff x="1391275" y="2559304"/>
            <a:chExt cx="2168165" cy="2132566"/>
          </a:xfrm>
          <a:effectLst>
            <a:glow rad="228600">
              <a:schemeClr val="tx1">
                <a:lumMod val="50000"/>
                <a:lumOff val="50000"/>
                <a:alpha val="40000"/>
              </a:schemeClr>
            </a:glow>
          </a:effectLst>
        </p:grpSpPr>
        <p:grpSp>
          <p:nvGrpSpPr>
            <p:cNvPr id="120" name="그룹 119"/>
            <p:cNvGrpSpPr/>
            <p:nvPr/>
          </p:nvGrpSpPr>
          <p:grpSpPr>
            <a:xfrm>
              <a:off x="1391275" y="2559304"/>
              <a:ext cx="2168165" cy="2132566"/>
              <a:chOff x="1634181" y="2550021"/>
              <a:chExt cx="2168165" cy="2132566"/>
            </a:xfrm>
          </p:grpSpPr>
          <p:sp>
            <p:nvSpPr>
              <p:cNvPr id="123" name="번개 122"/>
              <p:cNvSpPr/>
              <p:nvPr/>
            </p:nvSpPr>
            <p:spPr>
              <a:xfrm>
                <a:off x="2243579" y="3660640"/>
                <a:ext cx="409981" cy="409981"/>
              </a:xfrm>
              <a:prstGeom prst="lightningBol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번개 123"/>
              <p:cNvSpPr/>
              <p:nvPr/>
            </p:nvSpPr>
            <p:spPr>
              <a:xfrm rot="20828198" flipH="1">
                <a:off x="3139674" y="3638471"/>
                <a:ext cx="409981" cy="409981"/>
              </a:xfrm>
              <a:prstGeom prst="lightningBol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타원 124"/>
              <p:cNvSpPr/>
              <p:nvPr/>
            </p:nvSpPr>
            <p:spPr>
              <a:xfrm>
                <a:off x="2734606" y="3494085"/>
                <a:ext cx="386235" cy="38623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6" name="그룹 125"/>
              <p:cNvGrpSpPr/>
              <p:nvPr/>
            </p:nvGrpSpPr>
            <p:grpSpPr>
              <a:xfrm>
                <a:off x="1980975" y="3212849"/>
                <a:ext cx="1706251" cy="945477"/>
                <a:chOff x="1980975" y="3212849"/>
                <a:chExt cx="1706251" cy="945477"/>
              </a:xfrm>
            </p:grpSpPr>
            <p:sp>
              <p:nvSpPr>
                <p:cNvPr id="132" name="타원 131"/>
                <p:cNvSpPr/>
                <p:nvPr/>
              </p:nvSpPr>
              <p:spPr>
                <a:xfrm rot="20896776">
                  <a:off x="1980975" y="3212849"/>
                  <a:ext cx="1706251" cy="462131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3" name="타원 132"/>
                <p:cNvSpPr/>
                <p:nvPr/>
              </p:nvSpPr>
              <p:spPr>
                <a:xfrm rot="20896776">
                  <a:off x="2158153" y="3440070"/>
                  <a:ext cx="1386642" cy="375566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4" name="타원 133"/>
                <p:cNvSpPr/>
                <p:nvPr/>
              </p:nvSpPr>
              <p:spPr>
                <a:xfrm rot="20896776">
                  <a:off x="2445085" y="3722911"/>
                  <a:ext cx="1012519" cy="274236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5" name="타원 134"/>
                <p:cNvSpPr/>
                <p:nvPr/>
              </p:nvSpPr>
              <p:spPr>
                <a:xfrm rot="20896776">
                  <a:off x="2633293" y="3964199"/>
                  <a:ext cx="716745" cy="194127"/>
                </a:xfrm>
                <a:prstGeom prst="ellipse">
                  <a:avLst/>
                </a:prstGeom>
                <a:noFill/>
                <a:ln w="76200">
                  <a:solidFill>
                    <a:schemeClr val="accent5">
                      <a:alpha val="59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7" name="이등변 삼각형 126"/>
              <p:cNvSpPr/>
              <p:nvPr/>
            </p:nvSpPr>
            <p:spPr>
              <a:xfrm rot="10038086">
                <a:off x="2119098" y="3261975"/>
                <a:ext cx="1647910" cy="1420612"/>
              </a:xfrm>
              <a:prstGeom prst="triangle">
                <a:avLst/>
              </a:prstGeom>
              <a:solidFill>
                <a:schemeClr val="tx1">
                  <a:alpha val="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구름 127"/>
              <p:cNvSpPr/>
              <p:nvPr/>
            </p:nvSpPr>
            <p:spPr>
              <a:xfrm rot="21010566">
                <a:off x="1634181" y="2555050"/>
                <a:ext cx="2168165" cy="1011257"/>
              </a:xfrm>
              <a:prstGeom prst="cloud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현 128"/>
              <p:cNvSpPr/>
              <p:nvPr/>
            </p:nvSpPr>
            <p:spPr>
              <a:xfrm rot="17823924">
                <a:off x="2100439" y="2736290"/>
                <a:ext cx="600144" cy="600144"/>
              </a:xfrm>
              <a:prstGeom prst="chor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현 129"/>
              <p:cNvSpPr/>
              <p:nvPr/>
            </p:nvSpPr>
            <p:spPr>
              <a:xfrm rot="1654515" flipH="1">
                <a:off x="2758381" y="2550021"/>
                <a:ext cx="600144" cy="600144"/>
              </a:xfrm>
              <a:prstGeom prst="chor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L 도형 130"/>
              <p:cNvSpPr/>
              <p:nvPr/>
            </p:nvSpPr>
            <p:spPr>
              <a:xfrm rot="7190307">
                <a:off x="2696532" y="3154394"/>
                <a:ext cx="217820" cy="217820"/>
              </a:xfrm>
              <a:prstGeom prst="corner">
                <a:avLst>
                  <a:gd name="adj1" fmla="val 20320"/>
                  <a:gd name="adj2" fmla="val 2301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1" name="직사각형 120"/>
            <p:cNvSpPr/>
            <p:nvPr/>
          </p:nvSpPr>
          <p:spPr>
            <a:xfrm rot="242566">
              <a:off x="2234204" y="2983676"/>
              <a:ext cx="196785" cy="4571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직사각형 121"/>
            <p:cNvSpPr/>
            <p:nvPr/>
          </p:nvSpPr>
          <p:spPr>
            <a:xfrm rot="19260187" flipV="1">
              <a:off x="2841347" y="2706717"/>
              <a:ext cx="196785" cy="4571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7" name="그룹 156"/>
          <p:cNvGrpSpPr/>
          <p:nvPr/>
        </p:nvGrpSpPr>
        <p:grpSpPr>
          <a:xfrm>
            <a:off x="4371032" y="3964646"/>
            <a:ext cx="1690461" cy="2262207"/>
            <a:chOff x="4371032" y="3964646"/>
            <a:chExt cx="1690461" cy="2262207"/>
          </a:xfrm>
        </p:grpSpPr>
        <p:grpSp>
          <p:nvGrpSpPr>
            <p:cNvPr id="136" name="그룹 135"/>
            <p:cNvGrpSpPr/>
            <p:nvPr/>
          </p:nvGrpSpPr>
          <p:grpSpPr>
            <a:xfrm>
              <a:off x="4385545" y="3964646"/>
              <a:ext cx="1675948" cy="2262207"/>
              <a:chOff x="4261423" y="2444182"/>
              <a:chExt cx="1818234" cy="2454266"/>
            </a:xfrm>
            <a:effectLst>
              <a:glow rad="228600">
                <a:srgbClr val="FF33CC">
                  <a:alpha val="40000"/>
                </a:srgbClr>
              </a:glow>
            </a:effectLst>
          </p:grpSpPr>
          <p:grpSp>
            <p:nvGrpSpPr>
              <p:cNvPr id="137" name="그룹 136"/>
              <p:cNvGrpSpPr/>
              <p:nvPr/>
            </p:nvGrpSpPr>
            <p:grpSpPr>
              <a:xfrm rot="21004966">
                <a:off x="4261423" y="2444182"/>
                <a:ext cx="1818234" cy="2454266"/>
                <a:chOff x="4112187" y="3032038"/>
                <a:chExt cx="1818234" cy="2454266"/>
              </a:xfrm>
            </p:grpSpPr>
            <p:grpSp>
              <p:nvGrpSpPr>
                <p:cNvPr id="140" name="그룹 139"/>
                <p:cNvGrpSpPr/>
                <p:nvPr/>
              </p:nvGrpSpPr>
              <p:grpSpPr>
                <a:xfrm rot="1507183">
                  <a:off x="4112187" y="4315117"/>
                  <a:ext cx="509048" cy="981609"/>
                  <a:chOff x="1838226" y="1340119"/>
                  <a:chExt cx="509048" cy="981609"/>
                </a:xfrm>
              </p:grpSpPr>
              <p:sp>
                <p:nvSpPr>
                  <p:cNvPr id="150" name="직사각형 149"/>
                  <p:cNvSpPr/>
                  <p:nvPr/>
                </p:nvSpPr>
                <p:spPr>
                  <a:xfrm>
                    <a:off x="2092751" y="1340119"/>
                    <a:ext cx="226243" cy="790339"/>
                  </a:xfrm>
                  <a:prstGeom prst="rect">
                    <a:avLst/>
                  </a:prstGeom>
                  <a:solidFill>
                    <a:srgbClr val="EE83F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1" name="현 150"/>
                  <p:cNvSpPr/>
                  <p:nvPr/>
                </p:nvSpPr>
                <p:spPr>
                  <a:xfrm rot="6734219">
                    <a:off x="1838226" y="1812680"/>
                    <a:ext cx="509048" cy="509048"/>
                  </a:xfrm>
                  <a:prstGeom prst="chord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41" name="하트 140"/>
                <p:cNvSpPr/>
                <p:nvPr/>
              </p:nvSpPr>
              <p:spPr>
                <a:xfrm rot="802409">
                  <a:off x="4132023" y="3032038"/>
                  <a:ext cx="1798398" cy="1917583"/>
                </a:xfrm>
                <a:prstGeom prst="heart">
                  <a:avLst/>
                </a:prstGeom>
                <a:solidFill>
                  <a:srgbClr val="F6BCF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2" name="타원 141"/>
                <p:cNvSpPr/>
                <p:nvPr/>
              </p:nvSpPr>
              <p:spPr>
                <a:xfrm>
                  <a:off x="4490572" y="3269792"/>
                  <a:ext cx="490194" cy="4901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3" name="타원 142"/>
                <p:cNvSpPr/>
                <p:nvPr/>
              </p:nvSpPr>
              <p:spPr>
                <a:xfrm>
                  <a:off x="4633548" y="3341280"/>
                  <a:ext cx="347218" cy="34721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6" name="하트 145"/>
                <p:cNvSpPr/>
                <p:nvPr/>
              </p:nvSpPr>
              <p:spPr>
                <a:xfrm rot="16555424">
                  <a:off x="4771538" y="3834936"/>
                  <a:ext cx="471340" cy="520048"/>
                </a:xfrm>
                <a:prstGeom prst="heart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47" name="그룹 146"/>
                <p:cNvGrpSpPr/>
                <p:nvPr/>
              </p:nvGrpSpPr>
              <p:grpSpPr>
                <a:xfrm rot="19485819">
                  <a:off x="5123699" y="4504695"/>
                  <a:ext cx="509048" cy="981609"/>
                  <a:chOff x="1838226" y="1340119"/>
                  <a:chExt cx="509048" cy="981609"/>
                </a:xfrm>
              </p:grpSpPr>
              <p:sp>
                <p:nvSpPr>
                  <p:cNvPr id="148" name="직사각형 147"/>
                  <p:cNvSpPr/>
                  <p:nvPr/>
                </p:nvSpPr>
                <p:spPr>
                  <a:xfrm>
                    <a:off x="2092751" y="1340119"/>
                    <a:ext cx="226243" cy="790339"/>
                  </a:xfrm>
                  <a:prstGeom prst="rect">
                    <a:avLst/>
                  </a:prstGeom>
                  <a:solidFill>
                    <a:srgbClr val="EE83F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49" name="현 148"/>
                  <p:cNvSpPr/>
                  <p:nvPr/>
                </p:nvSpPr>
                <p:spPr>
                  <a:xfrm rot="6734219">
                    <a:off x="1838226" y="1812680"/>
                    <a:ext cx="509048" cy="509048"/>
                  </a:xfrm>
                  <a:prstGeom prst="chord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138" name="타원 137"/>
              <p:cNvSpPr/>
              <p:nvPr/>
            </p:nvSpPr>
            <p:spPr>
              <a:xfrm>
                <a:off x="4852566" y="2872814"/>
                <a:ext cx="114359" cy="11435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2" name="L 도형 151"/>
            <p:cNvSpPr/>
            <p:nvPr/>
          </p:nvSpPr>
          <p:spPr>
            <a:xfrm rot="2599833">
              <a:off x="5450728" y="4343859"/>
              <a:ext cx="323649" cy="323649"/>
            </a:xfrm>
            <a:prstGeom prst="corner">
              <a:avLst>
                <a:gd name="adj1" fmla="val 20320"/>
                <a:gd name="adj2" fmla="val 23018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하트 152"/>
            <p:cNvSpPr/>
            <p:nvPr/>
          </p:nvSpPr>
          <p:spPr>
            <a:xfrm rot="18895717">
              <a:off x="4488913" y="4713330"/>
              <a:ext cx="222905" cy="237678"/>
            </a:xfrm>
            <a:prstGeom prst="heart">
              <a:avLst/>
            </a:prstGeom>
            <a:solidFill>
              <a:srgbClr val="FF3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하트 153"/>
            <p:cNvSpPr/>
            <p:nvPr/>
          </p:nvSpPr>
          <p:spPr>
            <a:xfrm rot="2501947">
              <a:off x="4539809" y="5004832"/>
              <a:ext cx="313144" cy="333897"/>
            </a:xfrm>
            <a:prstGeom prst="heart">
              <a:avLst/>
            </a:prstGeom>
            <a:solidFill>
              <a:srgbClr val="FF3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하트 154"/>
            <p:cNvSpPr/>
            <p:nvPr/>
          </p:nvSpPr>
          <p:spPr>
            <a:xfrm rot="18895717">
              <a:off x="4374930" y="4933652"/>
              <a:ext cx="117634" cy="125430"/>
            </a:xfrm>
            <a:prstGeom prst="heart">
              <a:avLst/>
            </a:prstGeom>
            <a:solidFill>
              <a:srgbClr val="FF3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그룹 205"/>
          <p:cNvGrpSpPr/>
          <p:nvPr/>
        </p:nvGrpSpPr>
        <p:grpSpPr>
          <a:xfrm>
            <a:off x="7024708" y="3910160"/>
            <a:ext cx="1647452" cy="2870866"/>
            <a:chOff x="6939688" y="3842765"/>
            <a:chExt cx="1647452" cy="2870866"/>
          </a:xfrm>
        </p:grpSpPr>
        <p:sp>
          <p:nvSpPr>
            <p:cNvPr id="175" name="원호 174"/>
            <p:cNvSpPr/>
            <p:nvPr/>
          </p:nvSpPr>
          <p:spPr>
            <a:xfrm>
              <a:off x="7157305" y="5775751"/>
              <a:ext cx="1130348" cy="930982"/>
            </a:xfrm>
            <a:prstGeom prst="arc">
              <a:avLst>
                <a:gd name="adj1" fmla="val 11422615"/>
                <a:gd name="adj2" fmla="val 16049394"/>
              </a:avLst>
            </a:prstGeom>
            <a:ln w="57150">
              <a:solidFill>
                <a:srgbClr val="6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원호 175"/>
            <p:cNvSpPr/>
            <p:nvPr/>
          </p:nvSpPr>
          <p:spPr>
            <a:xfrm flipH="1">
              <a:off x="7247918" y="5782649"/>
              <a:ext cx="1130348" cy="930982"/>
            </a:xfrm>
            <a:prstGeom prst="arc">
              <a:avLst>
                <a:gd name="adj1" fmla="val 11359802"/>
                <a:gd name="adj2" fmla="val 16049394"/>
              </a:avLst>
            </a:prstGeom>
            <a:ln w="57150">
              <a:solidFill>
                <a:srgbClr val="6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5" name="그룹 204"/>
            <p:cNvGrpSpPr/>
            <p:nvPr/>
          </p:nvGrpSpPr>
          <p:grpSpPr>
            <a:xfrm>
              <a:off x="6939688" y="3842765"/>
              <a:ext cx="1647452" cy="2392374"/>
              <a:chOff x="6939688" y="3842765"/>
              <a:chExt cx="1647452" cy="2392374"/>
            </a:xfrm>
          </p:grpSpPr>
          <p:sp>
            <p:nvSpPr>
              <p:cNvPr id="159" name="원호 158"/>
              <p:cNvSpPr/>
              <p:nvPr/>
            </p:nvSpPr>
            <p:spPr>
              <a:xfrm flipV="1">
                <a:off x="7055081" y="4239047"/>
                <a:ext cx="1250796" cy="930982"/>
              </a:xfrm>
              <a:prstGeom prst="arc">
                <a:avLst>
                  <a:gd name="adj1" fmla="val 8429121"/>
                  <a:gd name="adj2" fmla="val 16049394"/>
                </a:avLst>
              </a:prstGeom>
              <a:ln w="57150">
                <a:solidFill>
                  <a:srgbClr val="6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1" name="그룹 160"/>
              <p:cNvGrpSpPr/>
              <p:nvPr/>
            </p:nvGrpSpPr>
            <p:grpSpPr>
              <a:xfrm>
                <a:off x="7544748" y="3842765"/>
                <a:ext cx="485560" cy="1971447"/>
                <a:chOff x="7603925" y="2256169"/>
                <a:chExt cx="712693" cy="2893644"/>
              </a:xfrm>
            </p:grpSpPr>
            <p:sp>
              <p:nvSpPr>
                <p:cNvPr id="181" name="직사각형 180"/>
                <p:cNvSpPr/>
                <p:nvPr/>
              </p:nvSpPr>
              <p:spPr>
                <a:xfrm>
                  <a:off x="7764190" y="3258779"/>
                  <a:ext cx="360251" cy="1891033"/>
                </a:xfrm>
                <a:prstGeom prst="rect">
                  <a:avLst/>
                </a:prstGeom>
                <a:solidFill>
                  <a:srgbClr val="46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2" name="직사각형 181"/>
                <p:cNvSpPr/>
                <p:nvPr/>
              </p:nvSpPr>
              <p:spPr>
                <a:xfrm>
                  <a:off x="7954734" y="3222863"/>
                  <a:ext cx="169707" cy="1926950"/>
                </a:xfrm>
                <a:prstGeom prst="rect">
                  <a:avLst/>
                </a:prstGeom>
                <a:solidFill>
                  <a:srgbClr val="82310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83" name="그룹 182"/>
                <p:cNvGrpSpPr/>
                <p:nvPr/>
              </p:nvGrpSpPr>
              <p:grpSpPr>
                <a:xfrm>
                  <a:off x="7603925" y="2256169"/>
                  <a:ext cx="712693" cy="1370986"/>
                  <a:chOff x="8255235" y="671660"/>
                  <a:chExt cx="1384185" cy="2662715"/>
                </a:xfrm>
              </p:grpSpPr>
              <p:grpSp>
                <p:nvGrpSpPr>
                  <p:cNvPr id="184" name="그룹 183"/>
                  <p:cNvGrpSpPr/>
                  <p:nvPr/>
                </p:nvGrpSpPr>
                <p:grpSpPr>
                  <a:xfrm>
                    <a:off x="8574792" y="671660"/>
                    <a:ext cx="735834" cy="2094278"/>
                    <a:chOff x="7357853" y="1456568"/>
                    <a:chExt cx="735834" cy="2094278"/>
                  </a:xfrm>
                </p:grpSpPr>
                <p:sp>
                  <p:nvSpPr>
                    <p:cNvPr id="187" name="이등변 삼각형 186"/>
                    <p:cNvSpPr/>
                    <p:nvPr/>
                  </p:nvSpPr>
                  <p:spPr>
                    <a:xfrm rot="6515850">
                      <a:off x="6511626" y="2319666"/>
                      <a:ext cx="2077407" cy="384953"/>
                    </a:xfrm>
                    <a:prstGeom prst="triangle">
                      <a:avLst/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88" name="이등변 삼각형 187"/>
                    <p:cNvSpPr/>
                    <p:nvPr/>
                  </p:nvSpPr>
                  <p:spPr>
                    <a:xfrm rot="4120065" flipH="1" flipV="1">
                      <a:off x="6862507" y="2302795"/>
                      <a:ext cx="2077407" cy="384953"/>
                    </a:xfrm>
                    <a:prstGeom prst="triangle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185" name="이등변 삼각형 184"/>
                  <p:cNvSpPr/>
                  <p:nvPr/>
                </p:nvSpPr>
                <p:spPr>
                  <a:xfrm rot="16200000">
                    <a:off x="7822935" y="2192620"/>
                    <a:ext cx="1555648" cy="691047"/>
                  </a:xfrm>
                  <a:prstGeom prst="triangle">
                    <a:avLst>
                      <a:gd name="adj" fmla="val 43334"/>
                    </a:avLst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6" name="이등변 삼각형 185"/>
                  <p:cNvSpPr/>
                  <p:nvPr/>
                </p:nvSpPr>
                <p:spPr>
                  <a:xfrm rot="5400000" flipH="1">
                    <a:off x="8505818" y="2200773"/>
                    <a:ext cx="1574057" cy="693147"/>
                  </a:xfrm>
                  <a:prstGeom prst="triangle">
                    <a:avLst>
                      <a:gd name="adj" fmla="val 48182"/>
                    </a:avLst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62" name="그룹 161"/>
              <p:cNvGrpSpPr/>
              <p:nvPr/>
            </p:nvGrpSpPr>
            <p:grpSpPr>
              <a:xfrm>
                <a:off x="7520754" y="4429408"/>
                <a:ext cx="271877" cy="357723"/>
                <a:chOff x="8091265" y="3098417"/>
                <a:chExt cx="904138" cy="1189625"/>
              </a:xfrm>
            </p:grpSpPr>
            <p:sp>
              <p:nvSpPr>
                <p:cNvPr id="177" name="타원 176"/>
                <p:cNvSpPr/>
                <p:nvPr/>
              </p:nvSpPr>
              <p:spPr>
                <a:xfrm rot="16200000">
                  <a:off x="7948521" y="3241161"/>
                  <a:ext cx="1189625" cy="9041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8" name="타원 177"/>
                <p:cNvSpPr/>
                <p:nvPr/>
              </p:nvSpPr>
              <p:spPr>
                <a:xfrm rot="16200000">
                  <a:off x="8018043" y="3305601"/>
                  <a:ext cx="1032275" cy="784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9" name="타원 178"/>
                <p:cNvSpPr/>
                <p:nvPr/>
              </p:nvSpPr>
              <p:spPr>
                <a:xfrm rot="16200000">
                  <a:off x="8440551" y="3650845"/>
                  <a:ext cx="425443" cy="32334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0" name="타원 179"/>
                <p:cNvSpPr/>
                <p:nvPr/>
              </p:nvSpPr>
              <p:spPr>
                <a:xfrm rot="16200000">
                  <a:off x="8448085" y="3564293"/>
                  <a:ext cx="248734" cy="1616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64" name="원호 163"/>
              <p:cNvSpPr/>
              <p:nvPr/>
            </p:nvSpPr>
            <p:spPr>
              <a:xfrm flipH="1" flipV="1">
                <a:off x="7242687" y="4239046"/>
                <a:ext cx="1250796" cy="930982"/>
              </a:xfrm>
              <a:prstGeom prst="arc">
                <a:avLst>
                  <a:gd name="adj1" fmla="val 8613763"/>
                  <a:gd name="adj2" fmla="val 16049394"/>
                </a:avLst>
              </a:prstGeom>
              <a:ln w="57150">
                <a:solidFill>
                  <a:srgbClr val="6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" name="사다리꼴 166"/>
              <p:cNvSpPr/>
              <p:nvPr/>
            </p:nvSpPr>
            <p:spPr>
              <a:xfrm rot="182230">
                <a:off x="6939688" y="6102396"/>
                <a:ext cx="290920" cy="121292"/>
              </a:xfrm>
              <a:prstGeom prst="trapezoid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" name="사다리꼴 167"/>
              <p:cNvSpPr/>
              <p:nvPr/>
            </p:nvSpPr>
            <p:spPr>
              <a:xfrm rot="21417770" flipH="1">
                <a:off x="8296220" y="6113847"/>
                <a:ext cx="290920" cy="121292"/>
              </a:xfrm>
              <a:prstGeom prst="trapezoid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" name="직각 삼각형 168"/>
              <p:cNvSpPr/>
              <p:nvPr/>
            </p:nvSpPr>
            <p:spPr>
              <a:xfrm flipH="1">
                <a:off x="7513904" y="4635501"/>
                <a:ext cx="318718" cy="163253"/>
              </a:xfrm>
              <a:prstGeom prst="rtTriangl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0" name="그룹 169"/>
              <p:cNvGrpSpPr/>
              <p:nvPr/>
            </p:nvGrpSpPr>
            <p:grpSpPr>
              <a:xfrm>
                <a:off x="7797865" y="4430805"/>
                <a:ext cx="271877" cy="357723"/>
                <a:chOff x="8091265" y="3098417"/>
                <a:chExt cx="904138" cy="1189625"/>
              </a:xfrm>
            </p:grpSpPr>
            <p:sp>
              <p:nvSpPr>
                <p:cNvPr id="171" name="타원 170"/>
                <p:cNvSpPr/>
                <p:nvPr/>
              </p:nvSpPr>
              <p:spPr>
                <a:xfrm rot="16200000">
                  <a:off x="7948521" y="3241161"/>
                  <a:ext cx="1189625" cy="9041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2" name="타원 171"/>
                <p:cNvSpPr/>
                <p:nvPr/>
              </p:nvSpPr>
              <p:spPr>
                <a:xfrm rot="16200000">
                  <a:off x="8018043" y="3305601"/>
                  <a:ext cx="1032275" cy="784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3" name="타원 172"/>
                <p:cNvSpPr/>
                <p:nvPr/>
              </p:nvSpPr>
              <p:spPr>
                <a:xfrm rot="16200000">
                  <a:off x="8440551" y="3650845"/>
                  <a:ext cx="425443" cy="32334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4" name="타원 173"/>
                <p:cNvSpPr/>
                <p:nvPr/>
              </p:nvSpPr>
              <p:spPr>
                <a:xfrm rot="16200000">
                  <a:off x="8448085" y="3564293"/>
                  <a:ext cx="248734" cy="1616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2" name="그룹 191"/>
              <p:cNvGrpSpPr/>
              <p:nvPr/>
            </p:nvGrpSpPr>
            <p:grpSpPr>
              <a:xfrm rot="2559888">
                <a:off x="7236908" y="3981784"/>
                <a:ext cx="260298" cy="500727"/>
                <a:chOff x="8255235" y="671660"/>
                <a:chExt cx="1384185" cy="2662715"/>
              </a:xfrm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93" name="그룹 192"/>
                <p:cNvGrpSpPr/>
                <p:nvPr/>
              </p:nvGrpSpPr>
              <p:grpSpPr>
                <a:xfrm>
                  <a:off x="8574792" y="671660"/>
                  <a:ext cx="735834" cy="2094278"/>
                  <a:chOff x="7357853" y="1456568"/>
                  <a:chExt cx="735834" cy="2094278"/>
                </a:xfrm>
              </p:grpSpPr>
              <p:sp>
                <p:nvSpPr>
                  <p:cNvPr id="196" name="이등변 삼각형 195"/>
                  <p:cNvSpPr/>
                  <p:nvPr/>
                </p:nvSpPr>
                <p:spPr>
                  <a:xfrm rot="6515850">
                    <a:off x="6511626" y="2319666"/>
                    <a:ext cx="2077407" cy="384953"/>
                  </a:xfrm>
                  <a:prstGeom prst="triangle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7" name="이등변 삼각형 196"/>
                  <p:cNvSpPr/>
                  <p:nvPr/>
                </p:nvSpPr>
                <p:spPr>
                  <a:xfrm rot="4120065" flipH="1" flipV="1">
                    <a:off x="6862507" y="2302795"/>
                    <a:ext cx="2077407" cy="384953"/>
                  </a:xfrm>
                  <a:prstGeom prst="triangl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94" name="이등변 삼각형 193"/>
                <p:cNvSpPr/>
                <p:nvPr/>
              </p:nvSpPr>
              <p:spPr>
                <a:xfrm rot="16200000">
                  <a:off x="7822935" y="2192620"/>
                  <a:ext cx="1555648" cy="691047"/>
                </a:xfrm>
                <a:prstGeom prst="triangle">
                  <a:avLst>
                    <a:gd name="adj" fmla="val 43334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5" name="이등변 삼각형 194"/>
                <p:cNvSpPr/>
                <p:nvPr/>
              </p:nvSpPr>
              <p:spPr>
                <a:xfrm rot="5400000" flipH="1">
                  <a:off x="8505818" y="2200773"/>
                  <a:ext cx="1574057" cy="693147"/>
                </a:xfrm>
                <a:prstGeom prst="triangle">
                  <a:avLst>
                    <a:gd name="adj" fmla="val 48182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8" name="그룹 197"/>
              <p:cNvGrpSpPr/>
              <p:nvPr/>
            </p:nvGrpSpPr>
            <p:grpSpPr>
              <a:xfrm rot="19040112" flipH="1">
                <a:off x="8057877" y="3984243"/>
                <a:ext cx="260298" cy="500727"/>
                <a:chOff x="8255235" y="671660"/>
                <a:chExt cx="1384185" cy="2662715"/>
              </a:xfrm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99" name="그룹 198"/>
                <p:cNvGrpSpPr/>
                <p:nvPr/>
              </p:nvGrpSpPr>
              <p:grpSpPr>
                <a:xfrm>
                  <a:off x="8574792" y="671660"/>
                  <a:ext cx="735834" cy="2094278"/>
                  <a:chOff x="7357853" y="1456568"/>
                  <a:chExt cx="735834" cy="2094278"/>
                </a:xfrm>
              </p:grpSpPr>
              <p:sp>
                <p:nvSpPr>
                  <p:cNvPr id="202" name="이등변 삼각형 201"/>
                  <p:cNvSpPr/>
                  <p:nvPr/>
                </p:nvSpPr>
                <p:spPr>
                  <a:xfrm rot="6515850">
                    <a:off x="6511626" y="2319666"/>
                    <a:ext cx="2077407" cy="384953"/>
                  </a:xfrm>
                  <a:prstGeom prst="triangle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03" name="이등변 삼각형 202"/>
                  <p:cNvSpPr/>
                  <p:nvPr/>
                </p:nvSpPr>
                <p:spPr>
                  <a:xfrm rot="4120065" flipH="1" flipV="1">
                    <a:off x="6862507" y="2302795"/>
                    <a:ext cx="2077407" cy="384953"/>
                  </a:xfrm>
                  <a:prstGeom prst="triangl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00" name="이등변 삼각형 199"/>
                <p:cNvSpPr/>
                <p:nvPr/>
              </p:nvSpPr>
              <p:spPr>
                <a:xfrm rot="16200000">
                  <a:off x="7822935" y="2192620"/>
                  <a:ext cx="1555648" cy="691047"/>
                </a:xfrm>
                <a:prstGeom prst="triangle">
                  <a:avLst>
                    <a:gd name="adj" fmla="val 43334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1" name="이등변 삼각형 200"/>
                <p:cNvSpPr/>
                <p:nvPr/>
              </p:nvSpPr>
              <p:spPr>
                <a:xfrm rot="5400000" flipH="1">
                  <a:off x="8505818" y="2200773"/>
                  <a:ext cx="1574057" cy="693147"/>
                </a:xfrm>
                <a:prstGeom prst="triangle">
                  <a:avLst>
                    <a:gd name="adj" fmla="val 48182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231" name="그룹 230"/>
          <p:cNvGrpSpPr/>
          <p:nvPr/>
        </p:nvGrpSpPr>
        <p:grpSpPr>
          <a:xfrm>
            <a:off x="9603099" y="4118823"/>
            <a:ext cx="1453704" cy="1926954"/>
            <a:chOff x="9603099" y="4118823"/>
            <a:chExt cx="1453704" cy="1926954"/>
          </a:xfrm>
          <a:effectLst>
            <a:glow rad="228600">
              <a:schemeClr val="tx1">
                <a:lumMod val="95000"/>
                <a:lumOff val="5000"/>
                <a:alpha val="40000"/>
              </a:schemeClr>
            </a:glow>
          </a:effectLst>
        </p:grpSpPr>
        <p:sp>
          <p:nvSpPr>
            <p:cNvPr id="208" name="사다리꼴 207"/>
            <p:cNvSpPr/>
            <p:nvPr/>
          </p:nvSpPr>
          <p:spPr>
            <a:xfrm rot="21433690">
              <a:off x="10429870" y="5499951"/>
              <a:ext cx="385385" cy="512562"/>
            </a:xfrm>
            <a:prstGeom prst="trapezoid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사다리꼴 208"/>
            <p:cNvSpPr/>
            <p:nvPr/>
          </p:nvSpPr>
          <p:spPr>
            <a:xfrm rot="182230">
              <a:off x="9832581" y="5493011"/>
              <a:ext cx="385385" cy="512562"/>
            </a:xfrm>
            <a:prstGeom prst="trapezoid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정오각형 212"/>
            <p:cNvSpPr/>
            <p:nvPr/>
          </p:nvSpPr>
          <p:spPr>
            <a:xfrm flipV="1">
              <a:off x="9603099" y="4118823"/>
              <a:ext cx="1453704" cy="1729353"/>
            </a:xfrm>
            <a:prstGeom prst="pentag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정오각형 213"/>
            <p:cNvSpPr/>
            <p:nvPr/>
          </p:nvSpPr>
          <p:spPr>
            <a:xfrm flipV="1">
              <a:off x="9708488" y="4224211"/>
              <a:ext cx="1237496" cy="1472148"/>
            </a:xfrm>
            <a:prstGeom prst="pentagon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이등변 삼각형 214"/>
            <p:cNvSpPr/>
            <p:nvPr/>
          </p:nvSpPr>
          <p:spPr>
            <a:xfrm rot="6313326">
              <a:off x="9626546" y="4479827"/>
              <a:ext cx="914457" cy="537503"/>
            </a:xfrm>
            <a:prstGeom prst="triangle">
              <a:avLst>
                <a:gd name="adj" fmla="val 62868"/>
              </a:avLst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이등변 삼각형 215"/>
            <p:cNvSpPr/>
            <p:nvPr/>
          </p:nvSpPr>
          <p:spPr>
            <a:xfrm rot="15286674" flipH="1">
              <a:off x="10109382" y="4480738"/>
              <a:ext cx="914457" cy="537503"/>
            </a:xfrm>
            <a:prstGeom prst="triangle">
              <a:avLst>
                <a:gd name="adj" fmla="val 62868"/>
              </a:avLst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이등변 삼각형 216"/>
            <p:cNvSpPr/>
            <p:nvPr/>
          </p:nvSpPr>
          <p:spPr>
            <a:xfrm rot="11865293" flipH="1">
              <a:off x="10186656" y="5006078"/>
              <a:ext cx="669274" cy="725252"/>
            </a:xfrm>
            <a:prstGeom prst="triangle">
              <a:avLst>
                <a:gd name="adj" fmla="val 37525"/>
              </a:avLst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8" name="그룹 217"/>
            <p:cNvGrpSpPr/>
            <p:nvPr/>
          </p:nvGrpSpPr>
          <p:grpSpPr>
            <a:xfrm>
              <a:off x="10053830" y="4518654"/>
              <a:ext cx="193007" cy="313297"/>
              <a:chOff x="10059744" y="2927610"/>
              <a:chExt cx="279104" cy="453053"/>
            </a:xfrm>
          </p:grpSpPr>
          <p:sp>
            <p:nvSpPr>
              <p:cNvPr id="229" name="타원 228"/>
              <p:cNvSpPr/>
              <p:nvPr/>
            </p:nvSpPr>
            <p:spPr>
              <a:xfrm>
                <a:off x="10059744" y="2927610"/>
                <a:ext cx="279104" cy="45305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" name="타원 229"/>
              <p:cNvSpPr/>
              <p:nvPr/>
            </p:nvSpPr>
            <p:spPr>
              <a:xfrm>
                <a:off x="10180663" y="3007103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9" name="그룹 218"/>
            <p:cNvGrpSpPr/>
            <p:nvPr/>
          </p:nvGrpSpPr>
          <p:grpSpPr>
            <a:xfrm>
              <a:off x="10394402" y="4525173"/>
              <a:ext cx="193007" cy="313297"/>
              <a:chOff x="10059744" y="2927610"/>
              <a:chExt cx="279104" cy="453053"/>
            </a:xfrm>
          </p:grpSpPr>
          <p:sp>
            <p:nvSpPr>
              <p:cNvPr id="227" name="타원 226"/>
              <p:cNvSpPr/>
              <p:nvPr/>
            </p:nvSpPr>
            <p:spPr>
              <a:xfrm>
                <a:off x="10059744" y="2927610"/>
                <a:ext cx="279104" cy="45305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" name="타원 227"/>
              <p:cNvSpPr/>
              <p:nvPr/>
            </p:nvSpPr>
            <p:spPr>
              <a:xfrm>
                <a:off x="10180663" y="3007103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0" name="직사각형 219"/>
            <p:cNvSpPr/>
            <p:nvPr/>
          </p:nvSpPr>
          <p:spPr>
            <a:xfrm>
              <a:off x="9994383" y="4490466"/>
              <a:ext cx="280973" cy="746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/>
            <p:cNvSpPr/>
            <p:nvPr/>
          </p:nvSpPr>
          <p:spPr>
            <a:xfrm>
              <a:off x="10355099" y="4486018"/>
              <a:ext cx="280973" cy="746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2" name="그룹 221"/>
            <p:cNvGrpSpPr/>
            <p:nvPr/>
          </p:nvGrpSpPr>
          <p:grpSpPr>
            <a:xfrm>
              <a:off x="9848205" y="4874655"/>
              <a:ext cx="938698" cy="557760"/>
              <a:chOff x="9762394" y="3480125"/>
              <a:chExt cx="1357436" cy="806567"/>
            </a:xfrm>
          </p:grpSpPr>
          <p:sp>
            <p:nvSpPr>
              <p:cNvPr id="224" name="현 223"/>
              <p:cNvSpPr/>
              <p:nvPr/>
            </p:nvSpPr>
            <p:spPr>
              <a:xfrm>
                <a:off x="9938105" y="3480125"/>
                <a:ext cx="1035446" cy="806567"/>
              </a:xfrm>
              <a:prstGeom prst="chord">
                <a:avLst>
                  <a:gd name="adj1" fmla="val 12065296"/>
                  <a:gd name="adj2" fmla="val 20368992"/>
                </a:avLst>
              </a:prstGeom>
              <a:solidFill>
                <a:srgbClr val="46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" name="평행 사변형 224"/>
              <p:cNvSpPr/>
              <p:nvPr/>
            </p:nvSpPr>
            <p:spPr>
              <a:xfrm>
                <a:off x="9762394" y="3604993"/>
                <a:ext cx="873803" cy="227549"/>
              </a:xfrm>
              <a:prstGeom prst="parallelogram">
                <a:avLst>
                  <a:gd name="adj" fmla="val 170356"/>
                </a:avLst>
              </a:prstGeom>
              <a:solidFill>
                <a:srgbClr val="46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" name="평행 사변형 225"/>
              <p:cNvSpPr/>
              <p:nvPr/>
            </p:nvSpPr>
            <p:spPr>
              <a:xfrm flipH="1">
                <a:off x="10246027" y="3589016"/>
                <a:ext cx="873803" cy="227549"/>
              </a:xfrm>
              <a:prstGeom prst="parallelogram">
                <a:avLst>
                  <a:gd name="adj" fmla="val 170356"/>
                </a:avLst>
              </a:prstGeom>
              <a:solidFill>
                <a:srgbClr val="46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3" name="정오각형 222"/>
            <p:cNvSpPr/>
            <p:nvPr/>
          </p:nvSpPr>
          <p:spPr>
            <a:xfrm flipV="1">
              <a:off x="10246836" y="4801044"/>
              <a:ext cx="160798" cy="191288"/>
            </a:xfrm>
            <a:prstGeom prst="pentagon">
              <a:avLst/>
            </a:prstGeom>
            <a:solidFill>
              <a:srgbClr val="8231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사다리꼴 210"/>
            <p:cNvSpPr/>
            <p:nvPr/>
          </p:nvSpPr>
          <p:spPr>
            <a:xfrm rot="182230">
              <a:off x="9734010" y="5820216"/>
              <a:ext cx="503546" cy="209942"/>
            </a:xfrm>
            <a:prstGeom prst="trapezoid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사다리꼴 211"/>
            <p:cNvSpPr/>
            <p:nvPr/>
          </p:nvSpPr>
          <p:spPr>
            <a:xfrm rot="21417770" flipH="1">
              <a:off x="10412842" y="5835835"/>
              <a:ext cx="503546" cy="209942"/>
            </a:xfrm>
            <a:prstGeom prst="trapezoid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690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그룹 59"/>
          <p:cNvGrpSpPr/>
          <p:nvPr/>
        </p:nvGrpSpPr>
        <p:grpSpPr>
          <a:xfrm>
            <a:off x="3090805" y="726606"/>
            <a:ext cx="1800000" cy="1800000"/>
            <a:chOff x="2869675" y="1772239"/>
            <a:chExt cx="1080000" cy="1080000"/>
          </a:xfrm>
        </p:grpSpPr>
        <p:sp>
          <p:nvSpPr>
            <p:cNvPr id="73" name="직사각형 72"/>
            <p:cNvSpPr/>
            <p:nvPr/>
          </p:nvSpPr>
          <p:spPr>
            <a:xfrm>
              <a:off x="2869675" y="1772239"/>
              <a:ext cx="1080000" cy="1080000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2869675" y="1772239"/>
              <a:ext cx="1080000" cy="1080000"/>
            </a:xfrm>
            <a:prstGeom prst="rect">
              <a:avLst/>
            </a:prstGeom>
            <a:blipFill dpi="0" rotWithShape="1">
              <a:blip r:embed="rId3">
                <a:alphaModFix amt="41000"/>
              </a:blip>
              <a:srcRect/>
              <a:tile tx="0" ty="0" sx="100000" sy="100000" flip="none" algn="tl"/>
            </a:blip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869675" y="1772239"/>
              <a:ext cx="1080000" cy="1080000"/>
            </a:xfrm>
            <a:prstGeom prst="rect">
              <a:avLst/>
            </a:prstGeom>
            <a:solidFill>
              <a:schemeClr val="accent6">
                <a:alpha val="31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0" name="직사각형 159"/>
          <p:cNvSpPr/>
          <p:nvPr/>
        </p:nvSpPr>
        <p:spPr>
          <a:xfrm>
            <a:off x="5065908" y="726606"/>
            <a:ext cx="1800000" cy="1800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79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</Words>
  <Application>Microsoft Office PowerPoint</Application>
  <PresentationFormat>와이드스크린</PresentationFormat>
  <Paragraphs>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 진우</dc:creator>
  <cp:lastModifiedBy>장 진우</cp:lastModifiedBy>
  <cp:revision>12</cp:revision>
  <dcterms:created xsi:type="dcterms:W3CDTF">2020-11-28T04:55:23Z</dcterms:created>
  <dcterms:modified xsi:type="dcterms:W3CDTF">2020-11-28T08:51:58Z</dcterms:modified>
</cp:coreProperties>
</file>